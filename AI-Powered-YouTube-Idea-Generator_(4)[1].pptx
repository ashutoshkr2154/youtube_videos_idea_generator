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5" r:id="rId2"/>
    <p:sldId id="256" r:id="rId3"/>
    <p:sldId id="266" r:id="rId4"/>
    <p:sldId id="268" r:id="rId5"/>
    <p:sldId id="259" r:id="rId6"/>
    <p:sldId id="260" r:id="rId7"/>
    <p:sldId id="261" r:id="rId8"/>
    <p:sldId id="262" r:id="rId9"/>
    <p:sldId id="263" r:id="rId10"/>
    <p:sldId id="264" r:id="rId11"/>
    <p:sldId id="270" r:id="rId12"/>
    <p:sldId id="269" r:id="rId13"/>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015B29-61BE-0C25-2CDB-7A438FA6D3A2}" v="73" dt="2025-11-10T03:48:15.744"/>
    <p1510:client id="{74D54D0F-54C2-A48E-489E-10EEA81E499C}" v="554" dt="2025-11-10T04:43:17.156"/>
    <p1510:client id="{86B34A0F-2FF1-E7BB-4B60-B070DB4A876C}" v="13" dt="2025-11-10T04:47:26.348"/>
    <p1510:client id="{8E943C62-13CA-90E1-EA2C-F3A73B9EB633}" v="2" dt="2025-11-09T14:38:09.981"/>
    <p1510:client id="{B0F8EBD6-368F-64DB-52D3-1C5D1C6ED5B2}" v="340" dt="2025-11-10T05:22:54.305"/>
    <p1510:client id="{BA752022-E3B4-866A-904A-76787582FFAB}" v="56" dt="2025-11-10T03:31:13.620"/>
    <p1510:client id="{C36D3F4C-7185-13F9-B3A5-13007798FD35}" v="22" dt="2025-11-08T14:02:37.326"/>
    <p1510:client id="{EF5D1587-6963-CFAC-244F-040CBE7A97C6}" v="6" dt="2025-11-10T03:35:57.430"/>
    <p1510:client id="{F68DD4DB-0A2C-5F84-A50A-5954EF2B08CD}" v="477" dt="2025-11-10T07:05:48.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3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81A34DDA-EC98-45B1-A516-6C0533C32E81}" type="datetimeFigureOut">
              <a:t>11/10/2025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4C55596A-CC8A-497B-B114-01513D33D43A}" type="slidenum">
              <a:t>‹#›</a:t>
            </a:fld>
            <a:endParaRPr lang="en-US"/>
          </a:p>
        </p:txBody>
      </p:sp>
    </p:spTree>
    <p:extLst>
      <p:ext uri="{BB962C8B-B14F-4D97-AF65-F5344CB8AC3E}">
        <p14:creationId xmlns:p14="http://schemas.microsoft.com/office/powerpoint/2010/main" val="339331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Person writing on a notepad">
            <a:extLst>
              <a:ext uri="{FF2B5EF4-FFF2-40B4-BE49-F238E27FC236}">
                <a16:creationId xmlns:a16="http://schemas.microsoft.com/office/drawing/2014/main" id="{D446B1E5-1EB5-93DE-54D7-DA72E253287B}"/>
              </a:ext>
            </a:extLst>
          </p:cNvPr>
          <p:cNvPicPr>
            <a:picLocks noChangeAspect="1"/>
          </p:cNvPicPr>
          <p:nvPr/>
        </p:nvPicPr>
        <p:blipFill>
          <a:blip r:embed="rId2"/>
          <a:srcRect t="4511" r="9089" b="4844"/>
          <a:stretch>
            <a:fillRect/>
          </a:stretch>
        </p:blipFill>
        <p:spPr>
          <a:xfrm>
            <a:off x="4228185" y="10"/>
            <a:ext cx="10402215" cy="8229590"/>
          </a:xfrm>
          <a:prstGeom prst="rect">
            <a:avLst/>
          </a:prstGeom>
        </p:spPr>
      </p:pic>
      <p:sp>
        <p:nvSpPr>
          <p:cNvPr id="17" name="Rectangle 1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1207047" cy="82296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4622385-9A95-7D2D-EC1E-7202132DB97F}"/>
              </a:ext>
            </a:extLst>
          </p:cNvPr>
          <p:cNvSpPr txBox="1"/>
          <p:nvPr/>
        </p:nvSpPr>
        <p:spPr>
          <a:xfrm>
            <a:off x="573577" y="1346835"/>
            <a:ext cx="4828032" cy="384496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5800">
                <a:solidFill>
                  <a:schemeClr val="bg1"/>
                </a:solidFill>
                <a:latin typeface="Cambria"/>
                <a:ea typeface="Cambria"/>
                <a:cs typeface="+mj-cs"/>
              </a:rPr>
              <a:t>Transforming Trends into Engaging Content Ideas</a:t>
            </a:r>
          </a:p>
          <a:p>
            <a:pPr>
              <a:lnSpc>
                <a:spcPct val="90000"/>
              </a:lnSpc>
              <a:spcBef>
                <a:spcPct val="0"/>
              </a:spcBef>
              <a:spcAft>
                <a:spcPts val="600"/>
              </a:spcAft>
            </a:pPr>
            <a:endParaRPr lang="en-US" sz="5800">
              <a:solidFill>
                <a:schemeClr val="bg1"/>
              </a:solidFill>
              <a:latin typeface="+mj-lt"/>
              <a:ea typeface="+mj-ea"/>
              <a:cs typeface="+mj-cs"/>
            </a:endParaRPr>
          </a:p>
        </p:txBody>
      </p:sp>
      <p:sp>
        <p:nvSpPr>
          <p:cNvPr id="19" name="Rectangle 1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11905" y="416149"/>
            <a:ext cx="175565" cy="8449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25BC85F6-F90B-D6B8-B1EC-2B5258F13D37}"/>
              </a:ext>
            </a:extLst>
          </p:cNvPr>
          <p:cNvSpPr txBox="1"/>
          <p:nvPr/>
        </p:nvSpPr>
        <p:spPr>
          <a:xfrm>
            <a:off x="574158" y="4664148"/>
            <a:ext cx="5755758" cy="2062103"/>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FFFFFF"/>
                </a:solidFill>
                <a:latin typeface="Noto Serif"/>
                <a:ea typeface="Calibri"/>
                <a:cs typeface="Calibri"/>
              </a:rPr>
              <a:t>Presented by:</a:t>
            </a:r>
          </a:p>
          <a:p>
            <a:endParaRPr lang="en-US" sz="2800" dirty="0">
              <a:solidFill>
                <a:srgbClr val="FFFFFF"/>
              </a:solidFill>
              <a:latin typeface="Noto Serif"/>
              <a:ea typeface="Calibri"/>
              <a:cs typeface="Calibri"/>
            </a:endParaRPr>
          </a:p>
          <a:p>
            <a:r>
              <a:rPr lang="en-US" sz="2400" dirty="0">
                <a:solidFill>
                  <a:srgbClr val="FFFFFF"/>
                </a:solidFill>
                <a:latin typeface="Noto Serif"/>
                <a:ea typeface="Calibri"/>
                <a:cs typeface="Calibri"/>
              </a:rPr>
              <a:t>ASUTOSH KUMAR: 2205016</a:t>
            </a:r>
          </a:p>
          <a:p>
            <a:r>
              <a:rPr lang="en-US" sz="2400" dirty="0">
                <a:solidFill>
                  <a:srgbClr val="FFFFFF"/>
                </a:solidFill>
                <a:latin typeface="Noto Serif"/>
                <a:ea typeface="Calibri"/>
                <a:cs typeface="Calibri"/>
              </a:rPr>
              <a:t>BAISHNABI SAHOO: 2205018</a:t>
            </a:r>
          </a:p>
          <a:p>
            <a:r>
              <a:rPr lang="en-US" sz="2400" dirty="0">
                <a:solidFill>
                  <a:srgbClr val="FFFFFF"/>
                </a:solidFill>
                <a:latin typeface="Noto Serif"/>
                <a:ea typeface="Calibri"/>
                <a:cs typeface="Calibri"/>
              </a:rPr>
              <a:t>BIJAYRAJ PARIJA: 2205023</a:t>
            </a:r>
          </a:p>
        </p:txBody>
      </p:sp>
    </p:spTree>
    <p:extLst>
      <p:ext uri="{BB962C8B-B14F-4D97-AF65-F5344CB8AC3E}">
        <p14:creationId xmlns:p14="http://schemas.microsoft.com/office/powerpoint/2010/main" val="1417170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1005840" y="5603973"/>
            <a:ext cx="5269228" cy="1408440"/>
          </a:xfrm>
          <a:prstGeom prst="rect">
            <a:avLst/>
          </a:prstGeom>
        </p:spPr>
        <p:txBody>
          <a:bodyPr vert="horz" lIns="91440" tIns="45720" rIns="91440" bIns="45720" rtlCol="0" anchor="t">
            <a:normAutofit fontScale="77500" lnSpcReduction="20000"/>
          </a:bodyPr>
          <a:lstStyle/>
          <a:p>
            <a:pPr marL="0" indent="0">
              <a:lnSpc>
                <a:spcPct val="90000"/>
              </a:lnSpc>
              <a:spcBef>
                <a:spcPct val="0"/>
              </a:spcBef>
              <a:spcAft>
                <a:spcPts val="600"/>
              </a:spcAft>
            </a:pPr>
            <a:r>
              <a:rPr lang="en-US" sz="4800" dirty="0">
                <a:solidFill>
                  <a:schemeClr val="bg1"/>
                </a:solidFill>
                <a:latin typeface="Noto Serif"/>
                <a:ea typeface="Noto Serif"/>
                <a:cs typeface="Noto Serif"/>
              </a:rPr>
              <a:t>AI-Powered YouTube Idea Generator</a:t>
            </a:r>
          </a:p>
        </p:txBody>
      </p:sp>
      <p:pic>
        <p:nvPicPr>
          <p:cNvPr id="2" name="Image 0" descr="A red buttons with white arrows&#10;&#10;AI-generated content may be incorrect."/>
          <p:cNvPicPr>
            <a:picLocks noChangeAspect="1"/>
          </p:cNvPicPr>
          <p:nvPr/>
        </p:nvPicPr>
        <p:blipFill>
          <a:blip r:embed="rId3"/>
          <a:srcRect t="33658" b="33658"/>
          <a:stretch>
            <a:fillRect/>
          </a:stretch>
        </p:blipFill>
        <p:spPr>
          <a:xfrm>
            <a:off x="20" y="-206063"/>
            <a:ext cx="14630380" cy="4781894"/>
          </a:xfrm>
          <a:prstGeom prst="rect">
            <a:avLst/>
          </a:prstGeom>
        </p:spPr>
      </p:pic>
      <p:grpSp>
        <p:nvGrpSpPr>
          <p:cNvPr id="24" name="Group 23">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234790"/>
            <a:ext cx="14630400" cy="908602"/>
            <a:chOff x="0" y="2959818"/>
            <a:chExt cx="12192000" cy="757168"/>
          </a:xfrm>
        </p:grpSpPr>
        <p:sp>
          <p:nvSpPr>
            <p:cNvPr id="12" name="Freeform: Shape 11">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 1"/>
          <p:cNvSpPr/>
          <p:nvPr/>
        </p:nvSpPr>
        <p:spPr>
          <a:xfrm>
            <a:off x="6797041" y="5603973"/>
            <a:ext cx="7072333" cy="1408440"/>
          </a:xfrm>
          <a:prstGeom prst="rect">
            <a:avLst/>
          </a:prstGeom>
        </p:spPr>
        <p:txBody>
          <a:bodyPr vert="horz" lIns="91440" tIns="45720" rIns="91440" bIns="45720" rtlCol="0" anchor="t">
            <a:normAutofit/>
          </a:bodyPr>
          <a:lstStyle/>
          <a:p>
            <a:pPr marL="0">
              <a:lnSpc>
                <a:spcPct val="90000"/>
              </a:lnSpc>
              <a:spcAft>
                <a:spcPts val="600"/>
              </a:spcAft>
            </a:pPr>
            <a:r>
              <a:rPr lang="en-US" sz="2200" dirty="0">
                <a:solidFill>
                  <a:schemeClr val="bg1">
                    <a:alpha val="80000"/>
                  </a:schemeClr>
                </a:solidFill>
                <a:latin typeface="Noto Serif"/>
                <a:ea typeface="Noto Serif"/>
                <a:cs typeface="Noto Serif"/>
              </a:rPr>
              <a:t>A sophisticated three-tier application that combines Google Trends, YouTube data, and AI to generate engaging video content ideas tailored to your audience.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074" y="1249004"/>
            <a:ext cx="5705937" cy="570593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293" y="1235528"/>
            <a:ext cx="5705937" cy="570593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952" y="1121826"/>
            <a:ext cx="5705937" cy="570593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885B2CB-9411-F25E-AEB4-C252DE34F0C6}"/>
              </a:ext>
            </a:extLst>
          </p:cNvPr>
          <p:cNvSpPr txBox="1"/>
          <p:nvPr/>
        </p:nvSpPr>
        <p:spPr>
          <a:xfrm>
            <a:off x="1322841" y="2252990"/>
            <a:ext cx="4964947" cy="386488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4000" kern="1200">
                <a:solidFill>
                  <a:schemeClr val="bg1"/>
                </a:solidFill>
                <a:latin typeface="Cambria"/>
                <a:ea typeface="Cambria"/>
                <a:cs typeface="+mj-cs"/>
              </a:rPr>
              <a:t>System Architecture Overview </a:t>
            </a:r>
          </a:p>
          <a:p>
            <a:pPr algn="ctr">
              <a:lnSpc>
                <a:spcPct val="90000"/>
              </a:lnSpc>
              <a:spcBef>
                <a:spcPct val="0"/>
              </a:spcBef>
              <a:spcAft>
                <a:spcPts val="600"/>
              </a:spcAft>
            </a:pPr>
            <a:endParaRPr lang="en-US" sz="4400" kern="1200">
              <a:solidFill>
                <a:schemeClr val="bg1"/>
              </a:solidFill>
              <a:latin typeface="+mj-lt"/>
              <a:ea typeface="+mj-ea"/>
              <a:cs typeface="+mj-cs"/>
            </a:endParaRPr>
          </a:p>
        </p:txBody>
      </p:sp>
      <p:grpSp>
        <p:nvGrpSpPr>
          <p:cNvPr id="37" name="Group 36">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3471"/>
            <a:ext cx="2234224" cy="861017"/>
            <a:chOff x="0" y="377893"/>
            <a:chExt cx="1861854" cy="717514"/>
          </a:xfrm>
          <a:solidFill>
            <a:schemeClr val="bg1"/>
          </a:solidFill>
        </p:grpSpPr>
        <p:sp>
          <p:nvSpPr>
            <p:cNvPr id="38" name="Freeform: Shape 37">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9" name="Freeform: Shape 38">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23"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6228" y="549374"/>
            <a:ext cx="1097478" cy="109747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5"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6228" y="549374"/>
            <a:ext cx="1097478" cy="109747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7" name="Oval 26">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1571" y="5935995"/>
            <a:ext cx="383929" cy="383929"/>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Oval 28">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1571" y="5935995"/>
            <a:ext cx="383929" cy="383929"/>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Box 3">
            <a:extLst>
              <a:ext uri="{FF2B5EF4-FFF2-40B4-BE49-F238E27FC236}">
                <a16:creationId xmlns:a16="http://schemas.microsoft.com/office/drawing/2014/main" id="{39C7FED3-E4A3-18F7-C885-5E381EF1269A}"/>
              </a:ext>
            </a:extLst>
          </p:cNvPr>
          <p:cNvSpPr txBox="1"/>
          <p:nvPr/>
        </p:nvSpPr>
        <p:spPr>
          <a:xfrm>
            <a:off x="7739418" y="1543758"/>
            <a:ext cx="6247730" cy="142233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Aft>
                <a:spcPts val="600"/>
              </a:spcAft>
            </a:pPr>
            <a:r>
              <a:rPr lang="en-US" sz="2000">
                <a:solidFill>
                  <a:schemeClr val="bg1"/>
                </a:solidFill>
                <a:latin typeface="Cambria"/>
                <a:ea typeface="Cambria"/>
              </a:rPr>
              <a:t>Frontend Layer</a:t>
            </a:r>
            <a:endParaRPr lang="en-US">
              <a:solidFill>
                <a:schemeClr val="bg1"/>
              </a:solidFill>
              <a:latin typeface="Cambria"/>
              <a:ea typeface="Cambria"/>
            </a:endParaRPr>
          </a:p>
          <a:p>
            <a:pPr>
              <a:lnSpc>
                <a:spcPct val="90000"/>
              </a:lnSpc>
              <a:spcAft>
                <a:spcPts val="600"/>
              </a:spcAft>
            </a:pPr>
            <a:r>
              <a:rPr lang="en-US" err="1">
                <a:solidFill>
                  <a:schemeClr val="bg1"/>
                </a:solidFill>
              </a:rPr>
              <a:t>S</a:t>
            </a:r>
            <a:r>
              <a:rPr lang="en-US" err="1">
                <a:solidFill>
                  <a:schemeClr val="bg1"/>
                </a:solidFill>
                <a:latin typeface="Cambria"/>
                <a:ea typeface="Cambria"/>
              </a:rPr>
              <a:t>treamlit</a:t>
            </a:r>
            <a:r>
              <a:rPr lang="en-US">
                <a:solidFill>
                  <a:schemeClr val="bg1"/>
                </a:solidFill>
                <a:latin typeface="Cambria"/>
                <a:ea typeface="Cambria"/>
              </a:rPr>
              <a:t>-based UI (app.py)provides intuitive user interface for topic input and result display.</a:t>
            </a:r>
            <a:endParaRPr lang="en-US">
              <a:solidFill>
                <a:schemeClr val="bg1"/>
              </a:solidFill>
              <a:latin typeface="Cambria"/>
              <a:ea typeface="Cambria"/>
              <a:cs typeface="Calibri" panose="020F0502020204030204"/>
            </a:endParaRPr>
          </a:p>
          <a:p>
            <a:pPr indent="-228600">
              <a:lnSpc>
                <a:spcPct val="90000"/>
              </a:lnSpc>
              <a:spcAft>
                <a:spcPts val="600"/>
              </a:spcAft>
              <a:buFont typeface="Arial" panose="020B0604020202020204" pitchFamily="34" charset="0"/>
              <a:buChar char="•"/>
            </a:pPr>
            <a:endParaRPr lang="en-US">
              <a:solidFill>
                <a:schemeClr val="bg1"/>
              </a:solidFill>
            </a:endParaRPr>
          </a:p>
          <a:p>
            <a:pPr indent="-228600">
              <a:lnSpc>
                <a:spcPct val="90000"/>
              </a:lnSpc>
              <a:spcAft>
                <a:spcPts val="600"/>
              </a:spcAft>
              <a:buFont typeface="Arial" panose="020B0604020202020204" pitchFamily="34" charset="0"/>
              <a:buChar char="•"/>
            </a:pPr>
            <a:endParaRPr lang="en-US">
              <a:solidFill>
                <a:schemeClr val="bg1"/>
              </a:solidFill>
            </a:endParaRPr>
          </a:p>
        </p:txBody>
      </p:sp>
      <p:grpSp>
        <p:nvGrpSpPr>
          <p:cNvPr id="31"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774656" y="7367356"/>
            <a:ext cx="1265357" cy="563627"/>
            <a:chOff x="9841624" y="4115729"/>
            <a:chExt cx="602169" cy="268223"/>
          </a:xfrm>
          <a:solidFill>
            <a:schemeClr val="bg1"/>
          </a:solidFill>
        </p:grpSpPr>
        <p:sp>
          <p:nvSpPr>
            <p:cNvPr id="40" name="Freeform: Shape 39">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TextBox 4">
            <a:extLst>
              <a:ext uri="{FF2B5EF4-FFF2-40B4-BE49-F238E27FC236}">
                <a16:creationId xmlns:a16="http://schemas.microsoft.com/office/drawing/2014/main" id="{12C3484E-A07F-DD87-CFC1-14E1B66532F6}"/>
              </a:ext>
            </a:extLst>
          </p:cNvPr>
          <p:cNvSpPr txBox="1"/>
          <p:nvPr/>
        </p:nvSpPr>
        <p:spPr>
          <a:xfrm>
            <a:off x="7740203" y="4687908"/>
            <a:ext cx="4430332" cy="20159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000">
                <a:solidFill>
                  <a:schemeClr val="bg1"/>
                </a:solidFill>
                <a:latin typeface="Cambria"/>
                <a:ea typeface="+mn-lt"/>
                <a:cs typeface="+mn-lt"/>
              </a:rPr>
              <a:t>Backend Orchestrator</a:t>
            </a:r>
            <a:endParaRPr lang="en-US" sz="2000">
              <a:solidFill>
                <a:schemeClr val="bg1"/>
              </a:solidFill>
              <a:latin typeface="Cambria"/>
              <a:ea typeface="Calibri"/>
              <a:cs typeface="Calibri"/>
            </a:endParaRPr>
          </a:p>
          <a:p>
            <a:pPr>
              <a:spcAft>
                <a:spcPts val="600"/>
              </a:spcAft>
            </a:pPr>
            <a:r>
              <a:rPr lang="en-US" err="1">
                <a:solidFill>
                  <a:schemeClr val="bg1"/>
                </a:solidFill>
                <a:latin typeface="Cambria"/>
                <a:ea typeface="+mn-lt"/>
                <a:cs typeface="+mn-lt"/>
              </a:rPr>
              <a:t>FastAPI</a:t>
            </a:r>
            <a:r>
              <a:rPr lang="en-US">
                <a:solidFill>
                  <a:schemeClr val="bg1"/>
                </a:solidFill>
                <a:latin typeface="Cambria"/>
                <a:ea typeface="+mn-lt"/>
                <a:cs typeface="+mn-lt"/>
              </a:rPr>
              <a:t> server (main.py) coordinates all operations and manages external API communications.</a:t>
            </a:r>
          </a:p>
          <a:p>
            <a:pPr>
              <a:spcAft>
                <a:spcPts val="600"/>
              </a:spcAft>
            </a:pPr>
            <a:endParaRPr lang="en-US">
              <a:ea typeface="Calibri"/>
              <a:cs typeface="Calibri"/>
            </a:endParaRPr>
          </a:p>
          <a:p>
            <a:pPr algn="l">
              <a:spcAft>
                <a:spcPts val="600"/>
              </a:spcAft>
            </a:pPr>
            <a:endParaRPr lang="en-US">
              <a:ea typeface="Calibri"/>
              <a:cs typeface="Calibri"/>
            </a:endParaRPr>
          </a:p>
        </p:txBody>
      </p:sp>
      <p:sp>
        <p:nvSpPr>
          <p:cNvPr id="6" name="TextBox 5">
            <a:extLst>
              <a:ext uri="{FF2B5EF4-FFF2-40B4-BE49-F238E27FC236}">
                <a16:creationId xmlns:a16="http://schemas.microsoft.com/office/drawing/2014/main" id="{673B5359-84E4-FCE9-F545-D9BD82A3751D}"/>
              </a:ext>
            </a:extLst>
          </p:cNvPr>
          <p:cNvSpPr txBox="1"/>
          <p:nvPr/>
        </p:nvSpPr>
        <p:spPr>
          <a:xfrm>
            <a:off x="7740202" y="3084489"/>
            <a:ext cx="6226934" cy="17389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000">
                <a:solidFill>
                  <a:schemeClr val="bg1"/>
                </a:solidFill>
                <a:latin typeface="Cambria"/>
                <a:ea typeface="+mn-lt"/>
                <a:cs typeface="+mn-lt"/>
              </a:rPr>
              <a:t>Utility Modules</a:t>
            </a:r>
            <a:endParaRPr lang="en-US" sz="2000">
              <a:solidFill>
                <a:schemeClr val="bg1"/>
              </a:solidFill>
              <a:latin typeface="Cambria"/>
              <a:ea typeface="Calibri"/>
              <a:cs typeface="Calibri"/>
            </a:endParaRPr>
          </a:p>
          <a:p>
            <a:pPr>
              <a:spcAft>
                <a:spcPts val="600"/>
              </a:spcAft>
            </a:pPr>
            <a:r>
              <a:rPr lang="en-US" err="1">
                <a:solidFill>
                  <a:schemeClr val="bg1"/>
                </a:solidFill>
                <a:latin typeface="Cambria"/>
                <a:ea typeface="+mn-lt"/>
                <a:cs typeface="+mn-lt"/>
              </a:rPr>
              <a:t>Specialised</a:t>
            </a:r>
            <a:r>
              <a:rPr lang="en-US">
                <a:solidFill>
                  <a:schemeClr val="bg1"/>
                </a:solidFill>
                <a:latin typeface="Cambria"/>
                <a:ea typeface="+mn-lt"/>
                <a:cs typeface="+mn-lt"/>
              </a:rPr>
              <a:t> modules handle Google Trends and YouTube data retrieval independently.</a:t>
            </a:r>
          </a:p>
          <a:p>
            <a:pPr>
              <a:spcAft>
                <a:spcPts val="600"/>
              </a:spcAft>
            </a:pPr>
            <a:endParaRPr lang="en-US">
              <a:solidFill>
                <a:schemeClr val="bg1"/>
              </a:solidFill>
              <a:ea typeface="Calibri"/>
              <a:cs typeface="Calibri"/>
            </a:endParaRPr>
          </a:p>
          <a:p>
            <a:pPr algn="l">
              <a:spcAft>
                <a:spcPts val="600"/>
              </a:spcAft>
            </a:pPr>
            <a:endParaRPr lang="en-US">
              <a:ea typeface="Calibri"/>
              <a:cs typeface="Calibri"/>
            </a:endParaRPr>
          </a:p>
        </p:txBody>
      </p:sp>
    </p:spTree>
    <p:extLst>
      <p:ext uri="{BB962C8B-B14F-4D97-AF65-F5344CB8AC3E}">
        <p14:creationId xmlns:p14="http://schemas.microsoft.com/office/powerpoint/2010/main" val="1616471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94A6B0C-8C4F-4A54-A0D6-AE5994815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429DF74-9E63-4789-8989-B67CD7010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19501" y="3619500"/>
            <a:ext cx="8229600" cy="990598"/>
          </a:xfrm>
          <a:custGeom>
            <a:avLst/>
            <a:gdLst>
              <a:gd name="connsiteX0" fmla="*/ 6742558 w 6858000"/>
              <a:gd name="connsiteY0" fmla="*/ 499736 h 825498"/>
              <a:gd name="connsiteX1" fmla="*/ 6812057 w 6858000"/>
              <a:gd name="connsiteY1" fmla="*/ 519211 h 825498"/>
              <a:gd name="connsiteX2" fmla="*/ 6776799 w 6858000"/>
              <a:gd name="connsiteY2" fmla="*/ 514438 h 825498"/>
              <a:gd name="connsiteX3" fmla="*/ 6625227 w 6858000"/>
              <a:gd name="connsiteY3" fmla="*/ 507591 h 825498"/>
              <a:gd name="connsiteX4" fmla="*/ 6662536 w 6858000"/>
              <a:gd name="connsiteY4" fmla="*/ 500498 h 825498"/>
              <a:gd name="connsiteX5" fmla="*/ 6645552 w 6858000"/>
              <a:gd name="connsiteY5" fmla="*/ 507580 h 825498"/>
              <a:gd name="connsiteX6" fmla="*/ 6513012 w 6858000"/>
              <a:gd name="connsiteY6" fmla="*/ 515082 h 825498"/>
              <a:gd name="connsiteX7" fmla="*/ 6546191 w 6858000"/>
              <a:gd name="connsiteY7" fmla="*/ 496279 h 825498"/>
              <a:gd name="connsiteX8" fmla="*/ 6521803 w 6858000"/>
              <a:gd name="connsiteY8" fmla="*/ 512615 h 825498"/>
              <a:gd name="connsiteX9" fmla="*/ 5935958 w 6858000"/>
              <a:gd name="connsiteY9" fmla="*/ 643374 h 825498"/>
              <a:gd name="connsiteX10" fmla="*/ 5993267 w 6858000"/>
              <a:gd name="connsiteY10" fmla="*/ 639757 h 825498"/>
              <a:gd name="connsiteX11" fmla="*/ 5964477 w 6858000"/>
              <a:gd name="connsiteY11" fmla="*/ 643207 h 825498"/>
              <a:gd name="connsiteX12" fmla="*/ 5883762 w 6858000"/>
              <a:gd name="connsiteY12" fmla="*/ 625473 h 825498"/>
              <a:gd name="connsiteX13" fmla="*/ 5935941 w 6858000"/>
              <a:gd name="connsiteY13" fmla="*/ 643372 h 825498"/>
              <a:gd name="connsiteX14" fmla="*/ 5909350 w 6858000"/>
              <a:gd name="connsiteY14" fmla="*/ 636492 h 825498"/>
              <a:gd name="connsiteX15" fmla="*/ 5507674 w 6858000"/>
              <a:gd name="connsiteY15" fmla="*/ 462345 h 825498"/>
              <a:gd name="connsiteX16" fmla="*/ 5531687 w 6858000"/>
              <a:gd name="connsiteY16" fmla="*/ 451730 h 825498"/>
              <a:gd name="connsiteX17" fmla="*/ 5520422 w 6858000"/>
              <a:gd name="connsiteY17" fmla="*/ 460125 h 825498"/>
              <a:gd name="connsiteX18" fmla="*/ 5308185 w 6858000"/>
              <a:gd name="connsiteY18" fmla="*/ 440592 h 825498"/>
              <a:gd name="connsiteX19" fmla="*/ 5312288 w 6858000"/>
              <a:gd name="connsiteY19" fmla="*/ 438109 h 825498"/>
              <a:gd name="connsiteX20" fmla="*/ 5317382 w 6858000"/>
              <a:gd name="connsiteY20" fmla="*/ 437516 h 825498"/>
              <a:gd name="connsiteX21" fmla="*/ 5087451 w 6858000"/>
              <a:gd name="connsiteY21" fmla="*/ 476086 h 825498"/>
              <a:gd name="connsiteX22" fmla="*/ 5133209 w 6858000"/>
              <a:gd name="connsiteY22" fmla="*/ 489108 h 825498"/>
              <a:gd name="connsiteX23" fmla="*/ 5102460 w 6858000"/>
              <a:gd name="connsiteY23" fmla="*/ 481967 h 825498"/>
              <a:gd name="connsiteX24" fmla="*/ 5041538 w 6858000"/>
              <a:gd name="connsiteY24" fmla="*/ 462968 h 825498"/>
              <a:gd name="connsiteX25" fmla="*/ 5064790 w 6858000"/>
              <a:gd name="connsiteY25" fmla="*/ 467587 h 825498"/>
              <a:gd name="connsiteX26" fmla="*/ 5070579 w 6858000"/>
              <a:gd name="connsiteY26" fmla="*/ 469759 h 825498"/>
              <a:gd name="connsiteX27" fmla="*/ 4957458 w 6858000"/>
              <a:gd name="connsiteY27" fmla="*/ 419205 h 825498"/>
              <a:gd name="connsiteX28" fmla="*/ 4961456 w 6858000"/>
              <a:gd name="connsiteY28" fmla="*/ 420481 h 825498"/>
              <a:gd name="connsiteX29" fmla="*/ 4987033 w 6858000"/>
              <a:gd name="connsiteY29" fmla="*/ 436483 h 825498"/>
              <a:gd name="connsiteX30" fmla="*/ 4863344 w 6858000"/>
              <a:gd name="connsiteY30" fmla="*/ 407230 h 825498"/>
              <a:gd name="connsiteX31" fmla="*/ 4889270 w 6858000"/>
              <a:gd name="connsiteY31" fmla="*/ 414757 h 825498"/>
              <a:gd name="connsiteX32" fmla="*/ 4867614 w 6858000"/>
              <a:gd name="connsiteY32" fmla="*/ 409980 h 825498"/>
              <a:gd name="connsiteX33" fmla="*/ 4866598 w 6858000"/>
              <a:gd name="connsiteY33" fmla="*/ 409326 h 825498"/>
              <a:gd name="connsiteX34" fmla="*/ 3962162 w 6858000"/>
              <a:gd name="connsiteY34" fmla="*/ 411409 h 825498"/>
              <a:gd name="connsiteX35" fmla="*/ 4043830 w 6858000"/>
              <a:gd name="connsiteY35" fmla="*/ 395719 h 825498"/>
              <a:gd name="connsiteX36" fmla="*/ 4002410 w 6858000"/>
              <a:gd name="connsiteY36" fmla="*/ 409019 h 825498"/>
              <a:gd name="connsiteX37" fmla="*/ 2848821 w 6858000"/>
              <a:gd name="connsiteY37" fmla="*/ 455907 h 825498"/>
              <a:gd name="connsiteX38" fmla="*/ 2897785 w 6858000"/>
              <a:gd name="connsiteY38" fmla="*/ 440313 h 825498"/>
              <a:gd name="connsiteX39" fmla="*/ 2903542 w 6858000"/>
              <a:gd name="connsiteY39" fmla="*/ 439285 h 825498"/>
              <a:gd name="connsiteX40" fmla="*/ 2785442 w 6858000"/>
              <a:gd name="connsiteY40" fmla="*/ 506948 h 825498"/>
              <a:gd name="connsiteX41" fmla="*/ 2811779 w 6858000"/>
              <a:gd name="connsiteY41" fmla="*/ 496871 h 825498"/>
              <a:gd name="connsiteX42" fmla="*/ 2793022 w 6858000"/>
              <a:gd name="connsiteY42" fmla="*/ 506520 h 825498"/>
              <a:gd name="connsiteX43" fmla="*/ 2745376 w 6858000"/>
              <a:gd name="connsiteY43" fmla="*/ 501455 h 825498"/>
              <a:gd name="connsiteX44" fmla="*/ 2778004 w 6858000"/>
              <a:gd name="connsiteY44" fmla="*/ 507369 h 825498"/>
              <a:gd name="connsiteX45" fmla="*/ 2770757 w 6858000"/>
              <a:gd name="connsiteY45" fmla="*/ 507779 h 825498"/>
              <a:gd name="connsiteX46" fmla="*/ 2463020 w 6858000"/>
              <a:gd name="connsiteY46" fmla="*/ 387977 h 825498"/>
              <a:gd name="connsiteX47" fmla="*/ 2518249 w 6858000"/>
              <a:gd name="connsiteY47" fmla="*/ 379338 h 825498"/>
              <a:gd name="connsiteX48" fmla="*/ 2490551 w 6858000"/>
              <a:gd name="connsiteY48" fmla="*/ 385915 h 825498"/>
              <a:gd name="connsiteX49" fmla="*/ 1933219 w 6858000"/>
              <a:gd name="connsiteY49" fmla="*/ 188445 h 825498"/>
              <a:gd name="connsiteX50" fmla="*/ 1933220 w 6858000"/>
              <a:gd name="connsiteY50" fmla="*/ 188446 h 825498"/>
              <a:gd name="connsiteX51" fmla="*/ 1953414 w 6858000"/>
              <a:gd name="connsiteY51" fmla="*/ 212451 h 825498"/>
              <a:gd name="connsiteX52" fmla="*/ 1978655 w 6858000"/>
              <a:gd name="connsiteY52" fmla="*/ 244478 h 825498"/>
              <a:gd name="connsiteX53" fmla="*/ 1953413 w 6858000"/>
              <a:gd name="connsiteY53" fmla="*/ 212450 h 825498"/>
              <a:gd name="connsiteX54" fmla="*/ 1842158 w 6858000"/>
              <a:gd name="connsiteY54" fmla="*/ 82524 h 825498"/>
              <a:gd name="connsiteX55" fmla="*/ 1842159 w 6858000"/>
              <a:gd name="connsiteY55" fmla="*/ 82525 h 825498"/>
              <a:gd name="connsiteX56" fmla="*/ 1916455 w 6858000"/>
              <a:gd name="connsiteY56" fmla="*/ 173016 h 825498"/>
              <a:gd name="connsiteX57" fmla="*/ 1916454 w 6858000"/>
              <a:gd name="connsiteY57" fmla="*/ 173015 h 825498"/>
              <a:gd name="connsiteX58" fmla="*/ 338916 w 6858000"/>
              <a:gd name="connsiteY58" fmla="*/ 12999 h 825498"/>
              <a:gd name="connsiteX59" fmla="*/ 395626 w 6858000"/>
              <a:gd name="connsiteY59" fmla="*/ 22894 h 825498"/>
              <a:gd name="connsiteX60" fmla="*/ 367327 w 6858000"/>
              <a:gd name="connsiteY60" fmla="*/ 19086 h 825498"/>
              <a:gd name="connsiteX61" fmla="*/ 153394 w 6858000"/>
              <a:gd name="connsiteY61" fmla="*/ 30626 h 825498"/>
              <a:gd name="connsiteX62" fmla="*/ 228906 w 6858000"/>
              <a:gd name="connsiteY62" fmla="*/ 38895 h 825498"/>
              <a:gd name="connsiteX63" fmla="*/ 177271 w 6858000"/>
              <a:gd name="connsiteY63" fmla="*/ 34439 h 825498"/>
              <a:gd name="connsiteX64" fmla="*/ 0 w 6858000"/>
              <a:gd name="connsiteY64" fmla="*/ 19988 h 825498"/>
              <a:gd name="connsiteX65" fmla="*/ 0 w 6858000"/>
              <a:gd name="connsiteY65" fmla="*/ 484096 h 825498"/>
              <a:gd name="connsiteX66" fmla="*/ 1 w 6858000"/>
              <a:gd name="connsiteY66" fmla="*/ 484096 h 825498"/>
              <a:gd name="connsiteX67" fmla="*/ 1 w 6858000"/>
              <a:gd name="connsiteY67" fmla="*/ 484097 h 825498"/>
              <a:gd name="connsiteX68" fmla="*/ 2817 w 6858000"/>
              <a:gd name="connsiteY68" fmla="*/ 482970 h 825498"/>
              <a:gd name="connsiteX69" fmla="*/ 63587 w 6858000"/>
              <a:gd name="connsiteY69" fmla="*/ 468871 h 825498"/>
              <a:gd name="connsiteX70" fmla="*/ 176939 w 6858000"/>
              <a:gd name="connsiteY70" fmla="*/ 454966 h 825498"/>
              <a:gd name="connsiteX71" fmla="*/ 200182 w 6858000"/>
              <a:gd name="connsiteY71" fmla="*/ 446963 h 825498"/>
              <a:gd name="connsiteX72" fmla="*/ 340774 w 6858000"/>
              <a:gd name="connsiteY72" fmla="*/ 409051 h 825498"/>
              <a:gd name="connsiteX73" fmla="*/ 453364 w 6858000"/>
              <a:gd name="connsiteY73" fmla="*/ 409816 h 825498"/>
              <a:gd name="connsiteX74" fmla="*/ 462126 w 6858000"/>
              <a:gd name="connsiteY74" fmla="*/ 411530 h 825498"/>
              <a:gd name="connsiteX75" fmla="*/ 505182 w 6858000"/>
              <a:gd name="connsiteY75" fmla="*/ 424102 h 825498"/>
              <a:gd name="connsiteX76" fmla="*/ 571860 w 6858000"/>
              <a:gd name="connsiteY76" fmla="*/ 420674 h 825498"/>
              <a:gd name="connsiteX77" fmla="*/ 617772 w 6858000"/>
              <a:gd name="connsiteY77" fmla="*/ 403337 h 825498"/>
              <a:gd name="connsiteX78" fmla="*/ 674923 w 6858000"/>
              <a:gd name="connsiteY78" fmla="*/ 402575 h 825498"/>
              <a:gd name="connsiteX79" fmla="*/ 740268 w 6858000"/>
              <a:gd name="connsiteY79" fmla="*/ 413434 h 825498"/>
              <a:gd name="connsiteX80" fmla="*/ 769605 w 6858000"/>
              <a:gd name="connsiteY80" fmla="*/ 415720 h 825498"/>
              <a:gd name="connsiteX81" fmla="*/ 850189 w 6858000"/>
              <a:gd name="connsiteY81" fmla="*/ 438200 h 825498"/>
              <a:gd name="connsiteX82" fmla="*/ 898198 w 6858000"/>
              <a:gd name="connsiteY82" fmla="*/ 432676 h 825498"/>
              <a:gd name="connsiteX83" fmla="*/ 945444 w 6858000"/>
              <a:gd name="connsiteY83" fmla="*/ 417816 h 825498"/>
              <a:gd name="connsiteX84" fmla="*/ 975733 w 6858000"/>
              <a:gd name="connsiteY84" fmla="*/ 403527 h 825498"/>
              <a:gd name="connsiteX85" fmla="*/ 1036887 w 6858000"/>
              <a:gd name="connsiteY85" fmla="*/ 393431 h 825498"/>
              <a:gd name="connsiteX86" fmla="*/ 1048125 w 6858000"/>
              <a:gd name="connsiteY86" fmla="*/ 394955 h 825498"/>
              <a:gd name="connsiteX87" fmla="*/ 1230633 w 6858000"/>
              <a:gd name="connsiteY87" fmla="*/ 407529 h 825498"/>
              <a:gd name="connsiteX88" fmla="*/ 1303024 w 6858000"/>
              <a:gd name="connsiteY88" fmla="*/ 427722 h 825498"/>
              <a:gd name="connsiteX89" fmla="*/ 1318456 w 6858000"/>
              <a:gd name="connsiteY89" fmla="*/ 430198 h 825498"/>
              <a:gd name="connsiteX90" fmla="*/ 1472575 w 6858000"/>
              <a:gd name="connsiteY90" fmla="*/ 452870 h 825498"/>
              <a:gd name="connsiteX91" fmla="*/ 1489720 w 6858000"/>
              <a:gd name="connsiteY91" fmla="*/ 453821 h 825498"/>
              <a:gd name="connsiteX92" fmla="*/ 1537537 w 6858000"/>
              <a:gd name="connsiteY92" fmla="*/ 449821 h 825498"/>
              <a:gd name="connsiteX93" fmla="*/ 1650317 w 6858000"/>
              <a:gd name="connsiteY93" fmla="*/ 490970 h 825498"/>
              <a:gd name="connsiteX94" fmla="*/ 1763287 w 6858000"/>
              <a:gd name="connsiteY94" fmla="*/ 505069 h 825498"/>
              <a:gd name="connsiteX95" fmla="*/ 1825393 w 6858000"/>
              <a:gd name="connsiteY95" fmla="*/ 504877 h 825498"/>
              <a:gd name="connsiteX96" fmla="*/ 1869780 w 6858000"/>
              <a:gd name="connsiteY96" fmla="*/ 514975 h 825498"/>
              <a:gd name="connsiteX97" fmla="*/ 1978940 w 6858000"/>
              <a:gd name="connsiteY97" fmla="*/ 545646 h 825498"/>
              <a:gd name="connsiteX98" fmla="*/ 2030378 w 6858000"/>
              <a:gd name="connsiteY98" fmla="*/ 550408 h 825498"/>
              <a:gd name="connsiteX99" fmla="*/ 2085054 w 6858000"/>
              <a:gd name="connsiteY99" fmla="*/ 560697 h 825498"/>
              <a:gd name="connsiteX100" fmla="*/ 2220312 w 6858000"/>
              <a:gd name="connsiteY100" fmla="*/ 606798 h 825498"/>
              <a:gd name="connsiteX101" fmla="*/ 2330806 w 6858000"/>
              <a:gd name="connsiteY101" fmla="*/ 604132 h 825498"/>
              <a:gd name="connsiteX102" fmla="*/ 2401292 w 6858000"/>
              <a:gd name="connsiteY102" fmla="*/ 604702 h 825498"/>
              <a:gd name="connsiteX103" fmla="*/ 2485307 w 6858000"/>
              <a:gd name="connsiteY103" fmla="*/ 619943 h 825498"/>
              <a:gd name="connsiteX104" fmla="*/ 2554079 w 6858000"/>
              <a:gd name="connsiteY104" fmla="*/ 642232 h 825498"/>
              <a:gd name="connsiteX105" fmla="*/ 2649143 w 6858000"/>
              <a:gd name="connsiteY105" fmla="*/ 659949 h 825498"/>
              <a:gd name="connsiteX106" fmla="*/ 2743826 w 6858000"/>
              <a:gd name="connsiteY106" fmla="*/ 694050 h 825498"/>
              <a:gd name="connsiteX107" fmla="*/ 2809930 w 6858000"/>
              <a:gd name="connsiteY107" fmla="*/ 720149 h 825498"/>
              <a:gd name="connsiteX108" fmla="*/ 2901943 w 6858000"/>
              <a:gd name="connsiteY108" fmla="*/ 743200 h 825498"/>
              <a:gd name="connsiteX109" fmla="*/ 3042728 w 6858000"/>
              <a:gd name="connsiteY109" fmla="*/ 759392 h 825498"/>
              <a:gd name="connsiteX110" fmla="*/ 3107500 w 6858000"/>
              <a:gd name="connsiteY110" fmla="*/ 761108 h 825498"/>
              <a:gd name="connsiteX111" fmla="*/ 3209993 w 6858000"/>
              <a:gd name="connsiteY111" fmla="*/ 799018 h 825498"/>
              <a:gd name="connsiteX112" fmla="*/ 3253809 w 6858000"/>
              <a:gd name="connsiteY112" fmla="*/ 817306 h 825498"/>
              <a:gd name="connsiteX113" fmla="*/ 3293244 w 6858000"/>
              <a:gd name="connsiteY113" fmla="*/ 802066 h 825498"/>
              <a:gd name="connsiteX114" fmla="*/ 3318771 w 6858000"/>
              <a:gd name="connsiteY114" fmla="*/ 784539 h 825498"/>
              <a:gd name="connsiteX115" fmla="*/ 3399546 w 6858000"/>
              <a:gd name="connsiteY115" fmla="*/ 799400 h 825498"/>
              <a:gd name="connsiteX116" fmla="*/ 3485275 w 6858000"/>
              <a:gd name="connsiteY116" fmla="*/ 815020 h 825498"/>
              <a:gd name="connsiteX117" fmla="*/ 3546617 w 6858000"/>
              <a:gd name="connsiteY117" fmla="*/ 825498 h 825498"/>
              <a:gd name="connsiteX118" fmla="*/ 3623201 w 6858000"/>
              <a:gd name="connsiteY118" fmla="*/ 817117 h 825498"/>
              <a:gd name="connsiteX119" fmla="*/ 3683591 w 6858000"/>
              <a:gd name="connsiteY119" fmla="*/ 813688 h 825498"/>
              <a:gd name="connsiteX120" fmla="*/ 3732361 w 6858000"/>
              <a:gd name="connsiteY120" fmla="*/ 803973 h 825498"/>
              <a:gd name="connsiteX121" fmla="*/ 3749506 w 6858000"/>
              <a:gd name="connsiteY121" fmla="*/ 798255 h 825498"/>
              <a:gd name="connsiteX122" fmla="*/ 3885338 w 6858000"/>
              <a:gd name="connsiteY122" fmla="*/ 753679 h 825498"/>
              <a:gd name="connsiteX123" fmla="*/ 4030503 w 6858000"/>
              <a:gd name="connsiteY123" fmla="*/ 718054 h 825498"/>
              <a:gd name="connsiteX124" fmla="*/ 4124614 w 6858000"/>
              <a:gd name="connsiteY124" fmla="*/ 740535 h 825498"/>
              <a:gd name="connsiteX125" fmla="*/ 4159667 w 6858000"/>
              <a:gd name="connsiteY125" fmla="*/ 740152 h 825498"/>
              <a:gd name="connsiteX126" fmla="*/ 4320837 w 6858000"/>
              <a:gd name="connsiteY126" fmla="*/ 745296 h 825498"/>
              <a:gd name="connsiteX127" fmla="*/ 4349222 w 6858000"/>
              <a:gd name="connsiteY127" fmla="*/ 750820 h 825498"/>
              <a:gd name="connsiteX128" fmla="*/ 4502579 w 6858000"/>
              <a:gd name="connsiteY128" fmla="*/ 728149 h 825498"/>
              <a:gd name="connsiteX129" fmla="*/ 4558207 w 6858000"/>
              <a:gd name="connsiteY129" fmla="*/ 724339 h 825498"/>
              <a:gd name="connsiteX130" fmla="*/ 4609452 w 6858000"/>
              <a:gd name="connsiteY130" fmla="*/ 718054 h 825498"/>
              <a:gd name="connsiteX131" fmla="*/ 4681083 w 6858000"/>
              <a:gd name="connsiteY131" fmla="*/ 716529 h 825498"/>
              <a:gd name="connsiteX132" fmla="*/ 4755381 w 6858000"/>
              <a:gd name="connsiteY132" fmla="*/ 719387 h 825498"/>
              <a:gd name="connsiteX133" fmla="*/ 4838250 w 6858000"/>
              <a:gd name="connsiteY133" fmla="*/ 718815 h 825498"/>
              <a:gd name="connsiteX134" fmla="*/ 4871019 w 6858000"/>
              <a:gd name="connsiteY134" fmla="*/ 713863 h 825498"/>
              <a:gd name="connsiteX135" fmla="*/ 4959602 w 6858000"/>
              <a:gd name="connsiteY135" fmla="*/ 717291 h 825498"/>
              <a:gd name="connsiteX136" fmla="*/ 5006086 w 6858000"/>
              <a:gd name="connsiteY136" fmla="*/ 711578 h 825498"/>
              <a:gd name="connsiteX137" fmla="*/ 5082670 w 6858000"/>
              <a:gd name="connsiteY137" fmla="*/ 710434 h 825498"/>
              <a:gd name="connsiteX138" fmla="*/ 5107627 w 6858000"/>
              <a:gd name="connsiteY138" fmla="*/ 709098 h 825498"/>
              <a:gd name="connsiteX139" fmla="*/ 5129916 w 6858000"/>
              <a:gd name="connsiteY139" fmla="*/ 708336 h 825498"/>
              <a:gd name="connsiteX140" fmla="*/ 5206308 w 6858000"/>
              <a:gd name="connsiteY140" fmla="*/ 723959 h 825498"/>
              <a:gd name="connsiteX141" fmla="*/ 5274129 w 6858000"/>
              <a:gd name="connsiteY141" fmla="*/ 724911 h 825498"/>
              <a:gd name="connsiteX142" fmla="*/ 5393005 w 6858000"/>
              <a:gd name="connsiteY142" fmla="*/ 737485 h 825498"/>
              <a:gd name="connsiteX143" fmla="*/ 5419295 w 6858000"/>
              <a:gd name="connsiteY143" fmla="*/ 733103 h 825498"/>
              <a:gd name="connsiteX144" fmla="*/ 5501594 w 6858000"/>
              <a:gd name="connsiteY144" fmla="*/ 731389 h 825498"/>
              <a:gd name="connsiteX145" fmla="*/ 5548460 w 6858000"/>
              <a:gd name="connsiteY145" fmla="*/ 730056 h 825498"/>
              <a:gd name="connsiteX146" fmla="*/ 5606372 w 6858000"/>
              <a:gd name="connsiteY146" fmla="*/ 739199 h 825498"/>
              <a:gd name="connsiteX147" fmla="*/ 5706959 w 6858000"/>
              <a:gd name="connsiteY147" fmla="*/ 758630 h 825498"/>
              <a:gd name="connsiteX148" fmla="*/ 5733440 w 6858000"/>
              <a:gd name="connsiteY148" fmla="*/ 761678 h 825498"/>
              <a:gd name="connsiteX149" fmla="*/ 5781830 w 6858000"/>
              <a:gd name="connsiteY149" fmla="*/ 771015 h 825498"/>
              <a:gd name="connsiteX150" fmla="*/ 5790592 w 6858000"/>
              <a:gd name="connsiteY150" fmla="*/ 772730 h 825498"/>
              <a:gd name="connsiteX151" fmla="*/ 5864318 w 6858000"/>
              <a:gd name="connsiteY151" fmla="*/ 796351 h 825498"/>
              <a:gd name="connsiteX152" fmla="*/ 5902610 w 6858000"/>
              <a:gd name="connsiteY152" fmla="*/ 798255 h 825498"/>
              <a:gd name="connsiteX153" fmla="*/ 6012723 w 6858000"/>
              <a:gd name="connsiteY153" fmla="*/ 798447 h 825498"/>
              <a:gd name="connsiteX154" fmla="*/ 6059397 w 6858000"/>
              <a:gd name="connsiteY154" fmla="*/ 794827 h 825498"/>
              <a:gd name="connsiteX155" fmla="*/ 6171605 w 6858000"/>
              <a:gd name="connsiteY155" fmla="*/ 780921 h 825498"/>
              <a:gd name="connsiteX156" fmla="*/ 6242093 w 6858000"/>
              <a:gd name="connsiteY156" fmla="*/ 774063 h 825498"/>
              <a:gd name="connsiteX157" fmla="*/ 6323058 w 6858000"/>
              <a:gd name="connsiteY157" fmla="*/ 763202 h 825498"/>
              <a:gd name="connsiteX158" fmla="*/ 6415833 w 6858000"/>
              <a:gd name="connsiteY158" fmla="*/ 756344 h 825498"/>
              <a:gd name="connsiteX159" fmla="*/ 6584812 w 6858000"/>
              <a:gd name="connsiteY159" fmla="*/ 735580 h 825498"/>
              <a:gd name="connsiteX160" fmla="*/ 6748458 w 6858000"/>
              <a:gd name="connsiteY160" fmla="*/ 714053 h 825498"/>
              <a:gd name="connsiteX161" fmla="*/ 6815516 w 6858000"/>
              <a:gd name="connsiteY161" fmla="*/ 695002 h 825498"/>
              <a:gd name="connsiteX162" fmla="*/ 6858000 w 6858000"/>
              <a:gd name="connsiteY162" fmla="*/ 685303 h 825498"/>
              <a:gd name="connsiteX163" fmla="*/ 6858000 w 6858000"/>
              <a:gd name="connsiteY163" fmla="*/ 0 h 825498"/>
              <a:gd name="connsiteX164" fmla="*/ 1687324 w 6858000"/>
              <a:gd name="connsiteY164" fmla="*/ 0 h 825498"/>
              <a:gd name="connsiteX165" fmla="*/ 1 w 6858000"/>
              <a:gd name="connsiteY165" fmla="*/ 0 h 825498"/>
              <a:gd name="connsiteX166" fmla="*/ 1 w 6858000"/>
              <a:gd name="connsiteY166" fmla="*/ 19988 h 82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6858000" h="825498">
                <a:moveTo>
                  <a:pt x="6742558" y="499736"/>
                </a:moveTo>
                <a:lnTo>
                  <a:pt x="6812057" y="519211"/>
                </a:lnTo>
                <a:lnTo>
                  <a:pt x="6776799" y="514438"/>
                </a:lnTo>
                <a:close/>
                <a:moveTo>
                  <a:pt x="6625227" y="507591"/>
                </a:moveTo>
                <a:lnTo>
                  <a:pt x="6662536" y="500498"/>
                </a:lnTo>
                <a:lnTo>
                  <a:pt x="6645552" y="507580"/>
                </a:lnTo>
                <a:close/>
                <a:moveTo>
                  <a:pt x="6513012" y="515082"/>
                </a:moveTo>
                <a:lnTo>
                  <a:pt x="6546191" y="496279"/>
                </a:lnTo>
                <a:lnTo>
                  <a:pt x="6521803" y="512615"/>
                </a:lnTo>
                <a:close/>
                <a:moveTo>
                  <a:pt x="5935958" y="643374"/>
                </a:moveTo>
                <a:lnTo>
                  <a:pt x="5993267" y="639757"/>
                </a:lnTo>
                <a:lnTo>
                  <a:pt x="5964477" y="643207"/>
                </a:lnTo>
                <a:close/>
                <a:moveTo>
                  <a:pt x="5883762" y="625473"/>
                </a:moveTo>
                <a:lnTo>
                  <a:pt x="5935941" y="643372"/>
                </a:lnTo>
                <a:lnTo>
                  <a:pt x="5909350" y="636492"/>
                </a:lnTo>
                <a:close/>
                <a:moveTo>
                  <a:pt x="5507674" y="462345"/>
                </a:moveTo>
                <a:lnTo>
                  <a:pt x="5531687" y="451730"/>
                </a:lnTo>
                <a:lnTo>
                  <a:pt x="5520422" y="460125"/>
                </a:lnTo>
                <a:close/>
                <a:moveTo>
                  <a:pt x="5308185" y="440592"/>
                </a:moveTo>
                <a:lnTo>
                  <a:pt x="5312288" y="438109"/>
                </a:lnTo>
                <a:lnTo>
                  <a:pt x="5317382" y="437516"/>
                </a:lnTo>
                <a:close/>
                <a:moveTo>
                  <a:pt x="5087451" y="476086"/>
                </a:moveTo>
                <a:lnTo>
                  <a:pt x="5133209" y="489108"/>
                </a:lnTo>
                <a:lnTo>
                  <a:pt x="5102460" y="481967"/>
                </a:lnTo>
                <a:close/>
                <a:moveTo>
                  <a:pt x="5041538" y="462968"/>
                </a:moveTo>
                <a:lnTo>
                  <a:pt x="5064790" y="467587"/>
                </a:lnTo>
                <a:lnTo>
                  <a:pt x="5070579" y="469759"/>
                </a:lnTo>
                <a:close/>
                <a:moveTo>
                  <a:pt x="4957458" y="419205"/>
                </a:moveTo>
                <a:lnTo>
                  <a:pt x="4961456" y="420481"/>
                </a:lnTo>
                <a:lnTo>
                  <a:pt x="4987033" y="436483"/>
                </a:lnTo>
                <a:close/>
                <a:moveTo>
                  <a:pt x="4863344" y="407230"/>
                </a:moveTo>
                <a:lnTo>
                  <a:pt x="4889270" y="414757"/>
                </a:lnTo>
                <a:lnTo>
                  <a:pt x="4867614" y="409980"/>
                </a:lnTo>
                <a:lnTo>
                  <a:pt x="4866598" y="409326"/>
                </a:lnTo>
                <a:close/>
                <a:moveTo>
                  <a:pt x="3962162" y="411409"/>
                </a:moveTo>
                <a:lnTo>
                  <a:pt x="4043830" y="395719"/>
                </a:lnTo>
                <a:lnTo>
                  <a:pt x="4002410" y="409019"/>
                </a:lnTo>
                <a:close/>
                <a:moveTo>
                  <a:pt x="2848821" y="455907"/>
                </a:moveTo>
                <a:lnTo>
                  <a:pt x="2897785" y="440313"/>
                </a:lnTo>
                <a:lnTo>
                  <a:pt x="2903542" y="439285"/>
                </a:lnTo>
                <a:close/>
                <a:moveTo>
                  <a:pt x="2785442" y="506948"/>
                </a:moveTo>
                <a:lnTo>
                  <a:pt x="2811779" y="496871"/>
                </a:lnTo>
                <a:lnTo>
                  <a:pt x="2793022" y="506520"/>
                </a:lnTo>
                <a:close/>
                <a:moveTo>
                  <a:pt x="2745376" y="501455"/>
                </a:moveTo>
                <a:lnTo>
                  <a:pt x="2778004" y="507369"/>
                </a:lnTo>
                <a:lnTo>
                  <a:pt x="2770757" y="507779"/>
                </a:lnTo>
                <a:close/>
                <a:moveTo>
                  <a:pt x="2463020" y="387977"/>
                </a:moveTo>
                <a:lnTo>
                  <a:pt x="2518249" y="379338"/>
                </a:lnTo>
                <a:lnTo>
                  <a:pt x="2490551" y="385915"/>
                </a:lnTo>
                <a:close/>
                <a:moveTo>
                  <a:pt x="1933219" y="188445"/>
                </a:moveTo>
                <a:lnTo>
                  <a:pt x="1933220" y="188446"/>
                </a:lnTo>
                <a:cubicBezTo>
                  <a:pt x="1940460" y="196066"/>
                  <a:pt x="1949604" y="203307"/>
                  <a:pt x="1953414" y="212451"/>
                </a:cubicBezTo>
                <a:lnTo>
                  <a:pt x="1978655" y="244478"/>
                </a:lnTo>
                <a:cubicBezTo>
                  <a:pt x="1967939" y="237120"/>
                  <a:pt x="1959319" y="226833"/>
                  <a:pt x="1953413" y="212450"/>
                </a:cubicBezTo>
                <a:close/>
                <a:moveTo>
                  <a:pt x="1842158" y="82524"/>
                </a:moveTo>
                <a:lnTo>
                  <a:pt x="1842159" y="82525"/>
                </a:lnTo>
                <a:lnTo>
                  <a:pt x="1916455" y="173016"/>
                </a:lnTo>
                <a:lnTo>
                  <a:pt x="1916454" y="173015"/>
                </a:lnTo>
                <a:close/>
                <a:moveTo>
                  <a:pt x="338916" y="12999"/>
                </a:moveTo>
                <a:lnTo>
                  <a:pt x="395626" y="22894"/>
                </a:lnTo>
                <a:lnTo>
                  <a:pt x="367327" y="19086"/>
                </a:lnTo>
                <a:close/>
                <a:moveTo>
                  <a:pt x="153394" y="30626"/>
                </a:moveTo>
                <a:lnTo>
                  <a:pt x="228906" y="38895"/>
                </a:lnTo>
                <a:lnTo>
                  <a:pt x="177271" y="34439"/>
                </a:lnTo>
                <a:close/>
                <a:moveTo>
                  <a:pt x="0" y="19988"/>
                </a:moveTo>
                <a:lnTo>
                  <a:pt x="0" y="484096"/>
                </a:lnTo>
                <a:lnTo>
                  <a:pt x="1" y="484096"/>
                </a:lnTo>
                <a:lnTo>
                  <a:pt x="1" y="484097"/>
                </a:lnTo>
                <a:lnTo>
                  <a:pt x="2817" y="482970"/>
                </a:lnTo>
                <a:cubicBezTo>
                  <a:pt x="21486" y="474588"/>
                  <a:pt x="43012" y="471921"/>
                  <a:pt x="63587" y="468871"/>
                </a:cubicBezTo>
                <a:cubicBezTo>
                  <a:pt x="101308" y="463347"/>
                  <a:pt x="139219" y="459917"/>
                  <a:pt x="176939" y="454966"/>
                </a:cubicBezTo>
                <a:cubicBezTo>
                  <a:pt x="184941" y="453821"/>
                  <a:pt x="194085" y="451728"/>
                  <a:pt x="200182" y="446963"/>
                </a:cubicBezTo>
                <a:cubicBezTo>
                  <a:pt x="241901" y="414958"/>
                  <a:pt x="292579" y="406005"/>
                  <a:pt x="340774" y="409051"/>
                </a:cubicBezTo>
                <a:cubicBezTo>
                  <a:pt x="378686" y="411340"/>
                  <a:pt x="415835" y="413054"/>
                  <a:pt x="453364" y="409816"/>
                </a:cubicBezTo>
                <a:cubicBezTo>
                  <a:pt x="456222" y="409624"/>
                  <a:pt x="460032" y="410006"/>
                  <a:pt x="462126" y="411530"/>
                </a:cubicBezTo>
                <a:cubicBezTo>
                  <a:pt x="475081" y="421626"/>
                  <a:pt x="488607" y="422388"/>
                  <a:pt x="505182" y="424102"/>
                </a:cubicBezTo>
                <a:cubicBezTo>
                  <a:pt x="528615" y="426580"/>
                  <a:pt x="550141" y="424864"/>
                  <a:pt x="571860" y="420674"/>
                </a:cubicBezTo>
                <a:cubicBezTo>
                  <a:pt x="587672" y="417626"/>
                  <a:pt x="603673" y="411340"/>
                  <a:pt x="617772" y="403337"/>
                </a:cubicBezTo>
                <a:cubicBezTo>
                  <a:pt x="637392" y="392097"/>
                  <a:pt x="656255" y="387717"/>
                  <a:pt x="674923" y="402575"/>
                </a:cubicBezTo>
                <a:cubicBezTo>
                  <a:pt x="695116" y="418388"/>
                  <a:pt x="717977" y="412864"/>
                  <a:pt x="740268" y="413434"/>
                </a:cubicBezTo>
                <a:cubicBezTo>
                  <a:pt x="749982" y="413626"/>
                  <a:pt x="760270" y="413244"/>
                  <a:pt x="769605" y="415720"/>
                </a:cubicBezTo>
                <a:cubicBezTo>
                  <a:pt x="796655" y="422770"/>
                  <a:pt x="822756" y="433438"/>
                  <a:pt x="850189" y="438200"/>
                </a:cubicBezTo>
                <a:cubicBezTo>
                  <a:pt x="865430" y="440867"/>
                  <a:pt x="882384" y="436104"/>
                  <a:pt x="898198" y="432676"/>
                </a:cubicBezTo>
                <a:cubicBezTo>
                  <a:pt x="914200" y="429056"/>
                  <a:pt x="930011" y="423532"/>
                  <a:pt x="945444" y="417816"/>
                </a:cubicBezTo>
                <a:cubicBezTo>
                  <a:pt x="955920" y="414006"/>
                  <a:pt x="967350" y="410386"/>
                  <a:pt x="975733" y="403527"/>
                </a:cubicBezTo>
                <a:cubicBezTo>
                  <a:pt x="994785" y="387907"/>
                  <a:pt x="1014406" y="385239"/>
                  <a:pt x="1036887" y="393431"/>
                </a:cubicBezTo>
                <a:cubicBezTo>
                  <a:pt x="1040315" y="394765"/>
                  <a:pt x="1044315" y="394765"/>
                  <a:pt x="1048125" y="394955"/>
                </a:cubicBezTo>
                <a:cubicBezTo>
                  <a:pt x="1109091" y="398955"/>
                  <a:pt x="1170051" y="401433"/>
                  <a:pt x="1230633" y="407529"/>
                </a:cubicBezTo>
                <a:cubicBezTo>
                  <a:pt x="1255206" y="410006"/>
                  <a:pt x="1278829" y="420864"/>
                  <a:pt x="1303024" y="427722"/>
                </a:cubicBezTo>
                <a:cubicBezTo>
                  <a:pt x="1307978" y="429056"/>
                  <a:pt x="1313504" y="431152"/>
                  <a:pt x="1318456" y="430198"/>
                </a:cubicBezTo>
                <a:cubicBezTo>
                  <a:pt x="1372368" y="420674"/>
                  <a:pt x="1422854" y="434580"/>
                  <a:pt x="1472575" y="452870"/>
                </a:cubicBezTo>
                <a:cubicBezTo>
                  <a:pt x="1477717" y="454775"/>
                  <a:pt x="1484004" y="454203"/>
                  <a:pt x="1489720" y="453821"/>
                </a:cubicBezTo>
                <a:cubicBezTo>
                  <a:pt x="1505724" y="452489"/>
                  <a:pt x="1523059" y="445821"/>
                  <a:pt x="1537537" y="449821"/>
                </a:cubicBezTo>
                <a:cubicBezTo>
                  <a:pt x="1576019" y="460871"/>
                  <a:pt x="1614120" y="474206"/>
                  <a:pt x="1650317" y="490970"/>
                </a:cubicBezTo>
                <a:cubicBezTo>
                  <a:pt x="1687086" y="507925"/>
                  <a:pt x="1721185" y="522213"/>
                  <a:pt x="1763287" y="505069"/>
                </a:cubicBezTo>
                <a:cubicBezTo>
                  <a:pt x="1781194" y="497828"/>
                  <a:pt x="1804816" y="502973"/>
                  <a:pt x="1825393" y="504877"/>
                </a:cubicBezTo>
                <a:cubicBezTo>
                  <a:pt x="1840441" y="506402"/>
                  <a:pt x="1854920" y="514975"/>
                  <a:pt x="1869780" y="514975"/>
                </a:cubicBezTo>
                <a:cubicBezTo>
                  <a:pt x="1909408" y="514975"/>
                  <a:pt x="1944649" y="525071"/>
                  <a:pt x="1978940" y="545646"/>
                </a:cubicBezTo>
                <a:cubicBezTo>
                  <a:pt x="1992279" y="553646"/>
                  <a:pt x="2013043" y="548312"/>
                  <a:pt x="2030378" y="550408"/>
                </a:cubicBezTo>
                <a:cubicBezTo>
                  <a:pt x="2048668" y="552885"/>
                  <a:pt x="2067525" y="555170"/>
                  <a:pt x="2085054" y="560697"/>
                </a:cubicBezTo>
                <a:cubicBezTo>
                  <a:pt x="2130393" y="575175"/>
                  <a:pt x="2175163" y="591558"/>
                  <a:pt x="2220312" y="606798"/>
                </a:cubicBezTo>
                <a:cubicBezTo>
                  <a:pt x="2257459" y="619373"/>
                  <a:pt x="2294039" y="609466"/>
                  <a:pt x="2330806" y="604132"/>
                </a:cubicBezTo>
                <a:cubicBezTo>
                  <a:pt x="2353859" y="600702"/>
                  <a:pt x="2375383" y="592510"/>
                  <a:pt x="2401292" y="604702"/>
                </a:cubicBezTo>
                <a:cubicBezTo>
                  <a:pt x="2426059" y="616325"/>
                  <a:pt x="2457492" y="613656"/>
                  <a:pt x="2485307" y="619943"/>
                </a:cubicBezTo>
                <a:cubicBezTo>
                  <a:pt x="2508742" y="625277"/>
                  <a:pt x="2531409" y="633851"/>
                  <a:pt x="2554079" y="642232"/>
                </a:cubicBezTo>
                <a:cubicBezTo>
                  <a:pt x="2584942" y="653663"/>
                  <a:pt x="2615421" y="665663"/>
                  <a:pt x="2649143" y="659949"/>
                </a:cubicBezTo>
                <a:cubicBezTo>
                  <a:pt x="2687436" y="653471"/>
                  <a:pt x="2713723" y="677855"/>
                  <a:pt x="2743826" y="694050"/>
                </a:cubicBezTo>
                <a:cubicBezTo>
                  <a:pt x="2764590" y="705098"/>
                  <a:pt x="2787259" y="713291"/>
                  <a:pt x="2809930" y="720149"/>
                </a:cubicBezTo>
                <a:cubicBezTo>
                  <a:pt x="2840219" y="729103"/>
                  <a:pt x="2871462" y="734438"/>
                  <a:pt x="2901943" y="743200"/>
                </a:cubicBezTo>
                <a:cubicBezTo>
                  <a:pt x="2948047" y="756344"/>
                  <a:pt x="2994722" y="766632"/>
                  <a:pt x="3042728" y="759392"/>
                </a:cubicBezTo>
                <a:cubicBezTo>
                  <a:pt x="3064827" y="756154"/>
                  <a:pt x="3085403" y="756344"/>
                  <a:pt x="3107500" y="761108"/>
                </a:cubicBezTo>
                <a:cubicBezTo>
                  <a:pt x="3143695" y="768919"/>
                  <a:pt x="3180844" y="769871"/>
                  <a:pt x="3209993" y="799018"/>
                </a:cubicBezTo>
                <a:cubicBezTo>
                  <a:pt x="3220280" y="809306"/>
                  <a:pt x="3238758" y="811972"/>
                  <a:pt x="3253809" y="817306"/>
                </a:cubicBezTo>
                <a:cubicBezTo>
                  <a:pt x="3271145" y="823595"/>
                  <a:pt x="3283908" y="820355"/>
                  <a:pt x="3293244" y="802066"/>
                </a:cubicBezTo>
                <a:cubicBezTo>
                  <a:pt x="3297434" y="793875"/>
                  <a:pt x="3309437" y="785874"/>
                  <a:pt x="3318771" y="784539"/>
                </a:cubicBezTo>
                <a:cubicBezTo>
                  <a:pt x="3346776" y="780539"/>
                  <a:pt x="3372495" y="786445"/>
                  <a:pt x="3399546" y="799400"/>
                </a:cubicBezTo>
                <a:cubicBezTo>
                  <a:pt x="3424883" y="811593"/>
                  <a:pt x="3456508" y="810258"/>
                  <a:pt x="3485275" y="815020"/>
                </a:cubicBezTo>
                <a:cubicBezTo>
                  <a:pt x="3505657" y="818450"/>
                  <a:pt x="3526042" y="825498"/>
                  <a:pt x="3546617" y="825498"/>
                </a:cubicBezTo>
                <a:cubicBezTo>
                  <a:pt x="3572146" y="825498"/>
                  <a:pt x="3597482" y="819402"/>
                  <a:pt x="3623201" y="817117"/>
                </a:cubicBezTo>
                <a:cubicBezTo>
                  <a:pt x="3643204" y="815212"/>
                  <a:pt x="3663589" y="815975"/>
                  <a:pt x="3683591" y="813688"/>
                </a:cubicBezTo>
                <a:cubicBezTo>
                  <a:pt x="3699976" y="811972"/>
                  <a:pt x="3716168" y="807592"/>
                  <a:pt x="3732361" y="803973"/>
                </a:cubicBezTo>
                <a:cubicBezTo>
                  <a:pt x="3738267" y="802638"/>
                  <a:pt x="3744173" y="797493"/>
                  <a:pt x="3749506" y="798255"/>
                </a:cubicBezTo>
                <a:cubicBezTo>
                  <a:pt x="3802467" y="806448"/>
                  <a:pt x="3840569" y="769871"/>
                  <a:pt x="3885338" y="753679"/>
                </a:cubicBezTo>
                <a:cubicBezTo>
                  <a:pt x="3932394" y="736531"/>
                  <a:pt x="3977925" y="710243"/>
                  <a:pt x="4030503" y="718054"/>
                </a:cubicBezTo>
                <a:cubicBezTo>
                  <a:pt x="4062318" y="722815"/>
                  <a:pt x="4092989" y="733865"/>
                  <a:pt x="4124614" y="740535"/>
                </a:cubicBezTo>
                <a:cubicBezTo>
                  <a:pt x="4135854" y="742820"/>
                  <a:pt x="4148427" y="742438"/>
                  <a:pt x="4159667" y="740152"/>
                </a:cubicBezTo>
                <a:cubicBezTo>
                  <a:pt x="4213961" y="729673"/>
                  <a:pt x="4267493" y="728149"/>
                  <a:pt x="4320837" y="745296"/>
                </a:cubicBezTo>
                <a:cubicBezTo>
                  <a:pt x="4329979" y="748155"/>
                  <a:pt x="4339695" y="750820"/>
                  <a:pt x="4349222" y="750820"/>
                </a:cubicBezTo>
                <a:cubicBezTo>
                  <a:pt x="4401419" y="750820"/>
                  <a:pt x="4452665" y="746820"/>
                  <a:pt x="4502579" y="728149"/>
                </a:cubicBezTo>
                <a:cubicBezTo>
                  <a:pt x="4519343" y="721863"/>
                  <a:pt x="4539728" y="725863"/>
                  <a:pt x="4558207" y="724339"/>
                </a:cubicBezTo>
                <a:cubicBezTo>
                  <a:pt x="4575351" y="723007"/>
                  <a:pt x="4592878" y="722436"/>
                  <a:pt x="4609452" y="718054"/>
                </a:cubicBezTo>
                <a:cubicBezTo>
                  <a:pt x="4633647" y="711578"/>
                  <a:pt x="4656126" y="710815"/>
                  <a:pt x="4681083" y="716529"/>
                </a:cubicBezTo>
                <a:cubicBezTo>
                  <a:pt x="4704895" y="721863"/>
                  <a:pt x="4730614" y="719198"/>
                  <a:pt x="4755381" y="719387"/>
                </a:cubicBezTo>
                <a:cubicBezTo>
                  <a:pt x="4783004" y="719577"/>
                  <a:pt x="4810627" y="719767"/>
                  <a:pt x="4838250" y="718815"/>
                </a:cubicBezTo>
                <a:cubicBezTo>
                  <a:pt x="4849300" y="718435"/>
                  <a:pt x="4861873" y="710815"/>
                  <a:pt x="4871019" y="713863"/>
                </a:cubicBezTo>
                <a:cubicBezTo>
                  <a:pt x="4900546" y="724149"/>
                  <a:pt x="4930075" y="711767"/>
                  <a:pt x="4959602" y="717291"/>
                </a:cubicBezTo>
                <a:cubicBezTo>
                  <a:pt x="4974082" y="720149"/>
                  <a:pt x="4990465" y="712339"/>
                  <a:pt x="5006086" y="711578"/>
                </a:cubicBezTo>
                <a:cubicBezTo>
                  <a:pt x="5031614" y="710243"/>
                  <a:pt x="5057141" y="710815"/>
                  <a:pt x="5082670" y="710434"/>
                </a:cubicBezTo>
                <a:cubicBezTo>
                  <a:pt x="5091052" y="710243"/>
                  <a:pt x="5099245" y="709481"/>
                  <a:pt x="5107627" y="709098"/>
                </a:cubicBezTo>
                <a:cubicBezTo>
                  <a:pt x="5115057" y="708718"/>
                  <a:pt x="5122867" y="707004"/>
                  <a:pt x="5129916" y="708336"/>
                </a:cubicBezTo>
                <a:cubicBezTo>
                  <a:pt x="5155445" y="713101"/>
                  <a:pt x="5180591" y="720911"/>
                  <a:pt x="5206308" y="723959"/>
                </a:cubicBezTo>
                <a:cubicBezTo>
                  <a:pt x="5228597" y="726625"/>
                  <a:pt x="5251650" y="723007"/>
                  <a:pt x="5274129" y="724911"/>
                </a:cubicBezTo>
                <a:cubicBezTo>
                  <a:pt x="5313754" y="728149"/>
                  <a:pt x="5353379" y="733865"/>
                  <a:pt x="5393005" y="737485"/>
                </a:cubicBezTo>
                <a:cubicBezTo>
                  <a:pt x="5401579" y="738247"/>
                  <a:pt x="5410531" y="733483"/>
                  <a:pt x="5419295" y="733103"/>
                </a:cubicBezTo>
                <a:cubicBezTo>
                  <a:pt x="5446728" y="732151"/>
                  <a:pt x="5474161" y="731959"/>
                  <a:pt x="5501594" y="731389"/>
                </a:cubicBezTo>
                <a:cubicBezTo>
                  <a:pt x="5517215" y="731198"/>
                  <a:pt x="5533027" y="731769"/>
                  <a:pt x="5548460" y="730056"/>
                </a:cubicBezTo>
                <a:cubicBezTo>
                  <a:pt x="5568842" y="727769"/>
                  <a:pt x="5587321" y="724339"/>
                  <a:pt x="5606372" y="739199"/>
                </a:cubicBezTo>
                <a:cubicBezTo>
                  <a:pt x="5635711" y="762250"/>
                  <a:pt x="5673050" y="753296"/>
                  <a:pt x="5706959" y="758630"/>
                </a:cubicBezTo>
                <a:cubicBezTo>
                  <a:pt x="5715723" y="759964"/>
                  <a:pt x="5724678" y="760155"/>
                  <a:pt x="5733440" y="761678"/>
                </a:cubicBezTo>
                <a:cubicBezTo>
                  <a:pt x="5749634" y="764537"/>
                  <a:pt x="5765635" y="767774"/>
                  <a:pt x="5781830" y="771015"/>
                </a:cubicBezTo>
                <a:cubicBezTo>
                  <a:pt x="5784686" y="771585"/>
                  <a:pt x="5787924" y="771777"/>
                  <a:pt x="5790592" y="772730"/>
                </a:cubicBezTo>
                <a:cubicBezTo>
                  <a:pt x="5815169" y="780729"/>
                  <a:pt x="5839361" y="789873"/>
                  <a:pt x="5864318" y="796351"/>
                </a:cubicBezTo>
                <a:cubicBezTo>
                  <a:pt x="5876511" y="799591"/>
                  <a:pt x="5890037" y="799972"/>
                  <a:pt x="5902610" y="798255"/>
                </a:cubicBezTo>
                <a:cubicBezTo>
                  <a:pt x="5939377" y="793303"/>
                  <a:pt x="5975764" y="791207"/>
                  <a:pt x="6012723" y="798447"/>
                </a:cubicBezTo>
                <a:cubicBezTo>
                  <a:pt x="6027392" y="801304"/>
                  <a:pt x="6043776" y="796541"/>
                  <a:pt x="6059397" y="794827"/>
                </a:cubicBezTo>
                <a:cubicBezTo>
                  <a:pt x="6096736" y="790256"/>
                  <a:pt x="6134075" y="785301"/>
                  <a:pt x="6171605" y="780921"/>
                </a:cubicBezTo>
                <a:cubicBezTo>
                  <a:pt x="6195037" y="778254"/>
                  <a:pt x="6218660" y="776729"/>
                  <a:pt x="6242093" y="774063"/>
                </a:cubicBezTo>
                <a:cubicBezTo>
                  <a:pt x="6269144" y="770823"/>
                  <a:pt x="6296005" y="765870"/>
                  <a:pt x="6323058" y="763202"/>
                </a:cubicBezTo>
                <a:cubicBezTo>
                  <a:pt x="6353919" y="760155"/>
                  <a:pt x="6384972" y="759584"/>
                  <a:pt x="6415833" y="756344"/>
                </a:cubicBezTo>
                <a:cubicBezTo>
                  <a:pt x="6472225" y="750058"/>
                  <a:pt x="6528424" y="742628"/>
                  <a:pt x="6584812" y="735580"/>
                </a:cubicBezTo>
                <a:cubicBezTo>
                  <a:pt x="6639488" y="728721"/>
                  <a:pt x="6694164" y="722625"/>
                  <a:pt x="6748458" y="714053"/>
                </a:cubicBezTo>
                <a:cubicBezTo>
                  <a:pt x="6771319" y="710434"/>
                  <a:pt x="6793035" y="700526"/>
                  <a:pt x="6815516" y="695002"/>
                </a:cubicBezTo>
                <a:lnTo>
                  <a:pt x="6858000" y="685303"/>
                </a:lnTo>
                <a:lnTo>
                  <a:pt x="6858000" y="0"/>
                </a:lnTo>
                <a:lnTo>
                  <a:pt x="1687324" y="0"/>
                </a:lnTo>
                <a:lnTo>
                  <a:pt x="1" y="0"/>
                </a:lnTo>
                <a:lnTo>
                  <a:pt x="1" y="19988"/>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102A1009-FCAE-4CE9-98DA-2523F93A90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 y="1"/>
            <a:ext cx="1003121" cy="8229600"/>
            <a:chOff x="-456" y="1"/>
            <a:chExt cx="835935" cy="6858000"/>
          </a:xfrm>
          <a:effectLst>
            <a:outerShdw blurRad="381000" dist="152400" algn="ctr" rotWithShape="0">
              <a:srgbClr val="000000">
                <a:alpha val="10000"/>
              </a:srgbClr>
            </a:outerShdw>
          </a:effectLst>
        </p:grpSpPr>
        <p:sp>
          <p:nvSpPr>
            <p:cNvPr id="18" name="Freeform: Shape 17">
              <a:extLst>
                <a:ext uri="{FF2B5EF4-FFF2-40B4-BE49-F238E27FC236}">
                  <a16:creationId xmlns:a16="http://schemas.microsoft.com/office/drawing/2014/main" id="{CE0D11E6-74DC-414A-BEBA-7488175B5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260"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8BDB3C61-AC26-44A9-BF04-457027D14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716"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 0">
            <a:extLst>
              <a:ext uri="{FF2B5EF4-FFF2-40B4-BE49-F238E27FC236}">
                <a16:creationId xmlns:a16="http://schemas.microsoft.com/office/drawing/2014/main" id="{01ADA852-5400-BC3F-FE81-F3B564CC3987}"/>
              </a:ext>
            </a:extLst>
          </p:cNvPr>
          <p:cNvSpPr/>
          <p:nvPr/>
        </p:nvSpPr>
        <p:spPr>
          <a:xfrm>
            <a:off x="600607" y="201971"/>
            <a:ext cx="7556421" cy="134683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300"/>
              </a:lnSpc>
              <a:buNone/>
            </a:pPr>
            <a:r>
              <a:rPr lang="en-US" sz="4200">
                <a:solidFill>
                  <a:srgbClr val="FFFFFF"/>
                </a:solidFill>
                <a:latin typeface="Noto Serif Medium"/>
                <a:ea typeface="Noto Serif Medium"/>
                <a:cs typeface="Noto Serif Medium" pitchFamily="34" charset="-120"/>
              </a:rPr>
              <a:t>The Frontend: User Interface</a:t>
            </a:r>
            <a:endParaRPr lang="en-US" sz="4200">
              <a:solidFill>
                <a:srgbClr val="FFFFFF"/>
              </a:solidFill>
              <a:latin typeface="Noto Serif Medium"/>
              <a:ea typeface="Noto Serif Medium"/>
            </a:endParaRPr>
          </a:p>
        </p:txBody>
      </p:sp>
      <p:cxnSp>
        <p:nvCxnSpPr>
          <p:cNvPr id="21" name="Straight Arrow Connector 20">
            <a:extLst>
              <a:ext uri="{FF2B5EF4-FFF2-40B4-BE49-F238E27FC236}">
                <a16:creationId xmlns:a16="http://schemas.microsoft.com/office/drawing/2014/main" id="{4FDCD550-52AD-BF80-4D80-8F21642C9BEE}"/>
              </a:ext>
            </a:extLst>
          </p:cNvPr>
          <p:cNvCxnSpPr/>
          <p:nvPr/>
        </p:nvCxnSpPr>
        <p:spPr>
          <a:xfrm>
            <a:off x="103030" y="869324"/>
            <a:ext cx="14250473" cy="19317"/>
          </a:xfrm>
          <a:prstGeom prst="straightConnector1">
            <a:avLst/>
          </a:prstGeom>
          <a:ln>
            <a:solidFill>
              <a:schemeClr val="bg1"/>
            </a:solidFill>
          </a:ln>
        </p:spPr>
        <p:style>
          <a:lnRef idx="3">
            <a:schemeClr val="accent4"/>
          </a:lnRef>
          <a:fillRef idx="0">
            <a:schemeClr val="accent4"/>
          </a:fillRef>
          <a:effectRef idx="2">
            <a:schemeClr val="accent4"/>
          </a:effectRef>
          <a:fontRef idx="minor">
            <a:schemeClr val="tx1"/>
          </a:fontRef>
        </p:style>
      </p:cxnSp>
      <p:grpSp>
        <p:nvGrpSpPr>
          <p:cNvPr id="22" name="Group 21">
            <a:extLst>
              <a:ext uri="{FF2B5EF4-FFF2-40B4-BE49-F238E27FC236}">
                <a16:creationId xmlns:a16="http://schemas.microsoft.com/office/drawing/2014/main" id="{7B918CE3-43AA-8434-9462-37D98614EFD2}"/>
              </a:ext>
            </a:extLst>
          </p:cNvPr>
          <p:cNvGrpSpPr/>
          <p:nvPr/>
        </p:nvGrpSpPr>
        <p:grpSpPr>
          <a:xfrm>
            <a:off x="1463491" y="1939218"/>
            <a:ext cx="8903324" cy="5888020"/>
            <a:chOff x="6280190" y="2518767"/>
            <a:chExt cx="7563922" cy="4883468"/>
          </a:xfrm>
        </p:grpSpPr>
        <p:sp>
          <p:nvSpPr>
            <p:cNvPr id="23" name="Text 1">
              <a:extLst>
                <a:ext uri="{FF2B5EF4-FFF2-40B4-BE49-F238E27FC236}">
                  <a16:creationId xmlns:a16="http://schemas.microsoft.com/office/drawing/2014/main" id="{BCD4BC51-AB56-2BDF-7F20-D9AF75D931CD}"/>
                </a:ext>
              </a:extLst>
            </p:cNvPr>
            <p:cNvSpPr/>
            <p:nvPr/>
          </p:nvSpPr>
          <p:spPr>
            <a:xfrm>
              <a:off x="6280190" y="2518767"/>
              <a:ext cx="2693551" cy="33659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50"/>
                </a:lnSpc>
                <a:buNone/>
              </a:pPr>
              <a:r>
                <a:rPr lang="en-US" sz="2100">
                  <a:solidFill>
                    <a:srgbClr val="FFFFFF"/>
                  </a:solidFill>
                  <a:latin typeface="Noto Serif Medium" pitchFamily="34" charset="0"/>
                  <a:ea typeface="Noto Serif Medium" pitchFamily="34" charset="-122"/>
                  <a:cs typeface="Noto Serif Medium" pitchFamily="34" charset="-120"/>
                </a:rPr>
                <a:t>Built with Streamlit</a:t>
              </a:r>
              <a:endParaRPr lang="en-US" sz="2100">
                <a:solidFill>
                  <a:srgbClr val="FFFFFF"/>
                </a:solidFill>
              </a:endParaRPr>
            </a:p>
          </p:txBody>
        </p:sp>
        <p:sp>
          <p:nvSpPr>
            <p:cNvPr id="24" name="Text 2">
              <a:extLst>
                <a:ext uri="{FF2B5EF4-FFF2-40B4-BE49-F238E27FC236}">
                  <a16:creationId xmlns:a16="http://schemas.microsoft.com/office/drawing/2014/main" id="{094A42A3-D4C6-E34A-C4E7-CDD3C696E476}"/>
                </a:ext>
              </a:extLst>
            </p:cNvPr>
            <p:cNvSpPr/>
            <p:nvPr/>
          </p:nvSpPr>
          <p:spPr>
            <a:xfrm>
              <a:off x="6280190" y="3070741"/>
              <a:ext cx="2707005" cy="206883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650">
                  <a:solidFill>
                    <a:srgbClr val="FFFFFF"/>
                  </a:solidFill>
                  <a:latin typeface="Noto Serif" pitchFamily="34" charset="0"/>
                  <a:ea typeface="Noto Serif" pitchFamily="34" charset="-122"/>
                  <a:cs typeface="Noto Serif" pitchFamily="34" charset="-120"/>
                </a:rPr>
                <a:t>The app.py file creates an interactive web interface where users enter their topic, select target audience, and specify region.</a:t>
              </a:r>
              <a:endParaRPr lang="en-US" sz="1650">
                <a:solidFill>
                  <a:srgbClr val="FFFFFF"/>
                </a:solidFill>
              </a:endParaRPr>
            </a:p>
          </p:txBody>
        </p:sp>
        <p:sp>
          <p:nvSpPr>
            <p:cNvPr id="25" name="Text 3">
              <a:extLst>
                <a:ext uri="{FF2B5EF4-FFF2-40B4-BE49-F238E27FC236}">
                  <a16:creationId xmlns:a16="http://schemas.microsoft.com/office/drawing/2014/main" id="{0604A539-BD8B-E460-C67D-73D27018A5AF}"/>
                </a:ext>
              </a:extLst>
            </p:cNvPr>
            <p:cNvSpPr/>
            <p:nvPr/>
          </p:nvSpPr>
          <p:spPr>
            <a:xfrm>
              <a:off x="6280190" y="5333405"/>
              <a:ext cx="2707005" cy="206883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00"/>
                </a:lnSpc>
                <a:buNone/>
              </a:pPr>
              <a:r>
                <a:rPr lang="en-US" sz="1650">
                  <a:solidFill>
                    <a:srgbClr val="FFFFFF"/>
                  </a:solidFill>
                  <a:latin typeface="Noto Serif" pitchFamily="34" charset="0"/>
                  <a:ea typeface="Noto Serif" pitchFamily="34" charset="-122"/>
                  <a:cs typeface="Noto Serif" pitchFamily="34" charset="-120"/>
                </a:rPr>
                <a:t>When users click "Generate", it packages data and sends HTTP GET requests to the backend API using the requests library.</a:t>
              </a:r>
              <a:endParaRPr lang="en-US" sz="1650">
                <a:solidFill>
                  <a:srgbClr val="FFFFFF"/>
                </a:solidFill>
              </a:endParaRPr>
            </a:p>
          </p:txBody>
        </p:sp>
        <p:sp>
          <p:nvSpPr>
            <p:cNvPr id="26" name="Text 4">
              <a:extLst>
                <a:ext uri="{FF2B5EF4-FFF2-40B4-BE49-F238E27FC236}">
                  <a16:creationId xmlns:a16="http://schemas.microsoft.com/office/drawing/2014/main" id="{735742C7-8940-E61E-54D6-06A17F0C345B}"/>
                </a:ext>
              </a:extLst>
            </p:cNvPr>
            <p:cNvSpPr/>
            <p:nvPr/>
          </p:nvSpPr>
          <p:spPr>
            <a:xfrm>
              <a:off x="9520595" y="2518767"/>
              <a:ext cx="2693551" cy="33659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50"/>
                </a:lnSpc>
                <a:buNone/>
              </a:pPr>
              <a:r>
                <a:rPr lang="en-US" sz="2100">
                  <a:solidFill>
                    <a:srgbClr val="FFFFFF"/>
                  </a:solidFill>
                  <a:latin typeface="Noto Serif Medium" pitchFamily="34" charset="0"/>
                  <a:ea typeface="Noto Serif Medium" pitchFamily="34" charset="-122"/>
                  <a:cs typeface="Noto Serif Medium" pitchFamily="34" charset="-120"/>
                </a:rPr>
                <a:t>Key Components</a:t>
              </a:r>
              <a:endParaRPr lang="en-US" sz="2100">
                <a:solidFill>
                  <a:srgbClr val="FFFFFF"/>
                </a:solidFill>
              </a:endParaRPr>
            </a:p>
          </p:txBody>
        </p:sp>
        <p:sp>
          <p:nvSpPr>
            <p:cNvPr id="27" name="Text 5">
              <a:extLst>
                <a:ext uri="{FF2B5EF4-FFF2-40B4-BE49-F238E27FC236}">
                  <a16:creationId xmlns:a16="http://schemas.microsoft.com/office/drawing/2014/main" id="{B8F8903D-D567-314C-A3FF-B9C059BD3373}"/>
                </a:ext>
              </a:extLst>
            </p:cNvPr>
            <p:cNvSpPr/>
            <p:nvPr/>
          </p:nvSpPr>
          <p:spPr>
            <a:xfrm>
              <a:off x="9520595" y="3070741"/>
              <a:ext cx="4323517" cy="34480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700"/>
                </a:lnSpc>
                <a:buSzPct val="100000"/>
                <a:buChar char="•"/>
              </a:pPr>
              <a:r>
                <a:rPr lang="en-US" sz="1650">
                  <a:solidFill>
                    <a:srgbClr val="FFFFFF"/>
                  </a:solidFill>
                  <a:latin typeface="Noto Serif" pitchFamily="34" charset="0"/>
                  <a:ea typeface="Noto Serif" pitchFamily="34" charset="-122"/>
                  <a:cs typeface="Noto Serif" pitchFamily="34" charset="-120"/>
                </a:rPr>
                <a:t>st.title() for main heading</a:t>
              </a:r>
              <a:endParaRPr lang="en-US" sz="1650">
                <a:solidFill>
                  <a:srgbClr val="FFFFFF"/>
                </a:solidFill>
              </a:endParaRPr>
            </a:p>
          </p:txBody>
        </p:sp>
        <p:sp>
          <p:nvSpPr>
            <p:cNvPr id="28" name="Text 6">
              <a:extLst>
                <a:ext uri="{FF2B5EF4-FFF2-40B4-BE49-F238E27FC236}">
                  <a16:creationId xmlns:a16="http://schemas.microsoft.com/office/drawing/2014/main" id="{FFA55886-3F49-FE19-8DC7-EE9356A91808}"/>
                </a:ext>
              </a:extLst>
            </p:cNvPr>
            <p:cNvSpPr/>
            <p:nvPr/>
          </p:nvSpPr>
          <p:spPr>
            <a:xfrm>
              <a:off x="9520595" y="3490913"/>
              <a:ext cx="4323517" cy="34480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700"/>
                </a:lnSpc>
                <a:buSzPct val="100000"/>
                <a:buChar char="•"/>
              </a:pPr>
              <a:r>
                <a:rPr lang="en-US" sz="1650">
                  <a:solidFill>
                    <a:srgbClr val="FFFFFF"/>
                  </a:solidFill>
                  <a:latin typeface="Noto Serif" pitchFamily="34" charset="0"/>
                  <a:ea typeface="Noto Serif" pitchFamily="34" charset="-122"/>
                  <a:cs typeface="Noto Serif" pitchFamily="34" charset="-120"/>
                </a:rPr>
                <a:t>st.text_input() for topic entry</a:t>
              </a:r>
              <a:endParaRPr lang="en-US" sz="1650">
                <a:solidFill>
                  <a:srgbClr val="FFFFFF"/>
                </a:solidFill>
              </a:endParaRPr>
            </a:p>
          </p:txBody>
        </p:sp>
        <p:sp>
          <p:nvSpPr>
            <p:cNvPr id="29" name="Text 7">
              <a:extLst>
                <a:ext uri="{FF2B5EF4-FFF2-40B4-BE49-F238E27FC236}">
                  <a16:creationId xmlns:a16="http://schemas.microsoft.com/office/drawing/2014/main" id="{1F6FBA86-6D0E-5CB7-0421-AFBC4E1FC723}"/>
                </a:ext>
              </a:extLst>
            </p:cNvPr>
            <p:cNvSpPr/>
            <p:nvPr/>
          </p:nvSpPr>
          <p:spPr>
            <a:xfrm>
              <a:off x="9520595" y="3911084"/>
              <a:ext cx="4323517" cy="34480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700"/>
                </a:lnSpc>
                <a:buSzPct val="100000"/>
                <a:buChar char="•"/>
              </a:pPr>
              <a:r>
                <a:rPr lang="en-US" sz="1650">
                  <a:solidFill>
                    <a:srgbClr val="FFFFFF"/>
                  </a:solidFill>
                  <a:latin typeface="Noto Serif" pitchFamily="34" charset="0"/>
                  <a:ea typeface="Noto Serif" pitchFamily="34" charset="-122"/>
                  <a:cs typeface="Noto Serif" pitchFamily="34" charset="-120"/>
                </a:rPr>
                <a:t>st.selectbox() for audience selection</a:t>
              </a:r>
              <a:endParaRPr lang="en-US" sz="1650">
                <a:solidFill>
                  <a:srgbClr val="FFFFFF"/>
                </a:solidFill>
              </a:endParaRPr>
            </a:p>
          </p:txBody>
        </p:sp>
        <p:sp>
          <p:nvSpPr>
            <p:cNvPr id="30" name="Text 8">
              <a:extLst>
                <a:ext uri="{FF2B5EF4-FFF2-40B4-BE49-F238E27FC236}">
                  <a16:creationId xmlns:a16="http://schemas.microsoft.com/office/drawing/2014/main" id="{87E16B16-D8C9-948A-BBBB-31D5F849EA6B}"/>
                </a:ext>
              </a:extLst>
            </p:cNvPr>
            <p:cNvSpPr/>
            <p:nvPr/>
          </p:nvSpPr>
          <p:spPr>
            <a:xfrm>
              <a:off x="9520595" y="4331256"/>
              <a:ext cx="4323517" cy="34480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700"/>
                </a:lnSpc>
                <a:buSzPct val="100000"/>
                <a:buChar char="•"/>
              </a:pPr>
              <a:r>
                <a:rPr lang="en-US" sz="1650">
                  <a:solidFill>
                    <a:srgbClr val="FFFFFF"/>
                  </a:solidFill>
                  <a:latin typeface="Noto Serif" pitchFamily="34" charset="0"/>
                  <a:ea typeface="Noto Serif" pitchFamily="34" charset="-122"/>
                  <a:cs typeface="Noto Serif" pitchFamily="34" charset="-120"/>
                </a:rPr>
                <a:t>requests.get() for API communication</a:t>
              </a:r>
              <a:endParaRPr lang="en-US" sz="1650">
                <a:solidFill>
                  <a:srgbClr val="FFFFFF"/>
                </a:solidFill>
              </a:endParaRPr>
            </a:p>
          </p:txBody>
        </p:sp>
        <p:sp>
          <p:nvSpPr>
            <p:cNvPr id="31" name="Text 9">
              <a:extLst>
                <a:ext uri="{FF2B5EF4-FFF2-40B4-BE49-F238E27FC236}">
                  <a16:creationId xmlns:a16="http://schemas.microsoft.com/office/drawing/2014/main" id="{6A52E1E8-3BC6-D4A8-B291-18A72F33A8FC}"/>
                </a:ext>
              </a:extLst>
            </p:cNvPr>
            <p:cNvSpPr/>
            <p:nvPr/>
          </p:nvSpPr>
          <p:spPr>
            <a:xfrm>
              <a:off x="9520595" y="4751427"/>
              <a:ext cx="4323517" cy="34480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700"/>
                </a:lnSpc>
                <a:buSzPct val="100000"/>
                <a:buChar char="•"/>
              </a:pPr>
              <a:r>
                <a:rPr lang="en-US" sz="1650">
                  <a:solidFill>
                    <a:srgbClr val="FFFFFF"/>
                  </a:solidFill>
                  <a:latin typeface="Noto Serif" pitchFamily="34" charset="0"/>
                  <a:ea typeface="Noto Serif" pitchFamily="34" charset="-122"/>
                  <a:cs typeface="Noto Serif" pitchFamily="34" charset="-120"/>
                </a:rPr>
                <a:t>Error handling for failed requests</a:t>
              </a:r>
              <a:endParaRPr lang="en-US" sz="1650">
                <a:solidFill>
                  <a:srgbClr val="FFFFFF"/>
                </a:solidFill>
              </a:endParaRPr>
            </a:p>
          </p:txBody>
        </p:sp>
      </p:grpSp>
    </p:spTree>
    <p:extLst>
      <p:ext uri="{BB962C8B-B14F-4D97-AF65-F5344CB8AC3E}">
        <p14:creationId xmlns:p14="http://schemas.microsoft.com/office/powerpoint/2010/main" val="3261078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Close-up of a metal flute">
            <a:extLst>
              <a:ext uri="{FF2B5EF4-FFF2-40B4-BE49-F238E27FC236}">
                <a16:creationId xmlns:a16="http://schemas.microsoft.com/office/drawing/2014/main" id="{D0ECF203-77DF-F37F-AD11-4DB0E2DFC95E}"/>
              </a:ext>
            </a:extLst>
          </p:cNvPr>
          <p:cNvPicPr>
            <a:picLocks noChangeAspect="1"/>
          </p:cNvPicPr>
          <p:nvPr/>
        </p:nvPicPr>
        <p:blipFill>
          <a:blip r:embed="rId3">
            <a:alphaModFix amt="96000"/>
          </a:blip>
          <a:srcRect l="5539" t="5316" r="15222" b="4"/>
          <a:stretch>
            <a:fillRect/>
          </a:stretch>
        </p:blipFill>
        <p:spPr>
          <a:xfrm>
            <a:off x="3363304" y="10"/>
            <a:ext cx="11265099" cy="8229590"/>
          </a:xfrm>
          <a:prstGeom prst="rect">
            <a:avLst/>
          </a:prstGeom>
        </p:spPr>
      </p:pic>
      <p:sp>
        <p:nvSpPr>
          <p:cNvPr id="32" name="Rectangle 3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1207047" cy="82296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11905" y="416149"/>
            <a:ext cx="175565" cy="8449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234" y="5456304"/>
            <a:ext cx="4773168" cy="21945"/>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 0">
            <a:extLst>
              <a:ext uri="{FF2B5EF4-FFF2-40B4-BE49-F238E27FC236}">
                <a16:creationId xmlns:a16="http://schemas.microsoft.com/office/drawing/2014/main" id="{C17E9B62-97B9-E676-8422-AC21C22F5219}"/>
              </a:ext>
            </a:extLst>
          </p:cNvPr>
          <p:cNvSpPr/>
          <p:nvPr/>
        </p:nvSpPr>
        <p:spPr>
          <a:xfrm>
            <a:off x="793790" y="1323142"/>
            <a:ext cx="6305431"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450">
                <a:solidFill>
                  <a:srgbClr val="FFFFFF"/>
                </a:solidFill>
                <a:latin typeface="Noto Serif Medium" pitchFamily="34" charset="0"/>
                <a:ea typeface="Noto Serif Medium" pitchFamily="34" charset="-122"/>
                <a:cs typeface="Noto Serif Medium" pitchFamily="34" charset="-120"/>
              </a:rPr>
              <a:t>Backend Orchestration</a:t>
            </a:r>
            <a:endParaRPr lang="en-US" sz="4450">
              <a:solidFill>
                <a:srgbClr val="FFFFFF"/>
              </a:solidFill>
            </a:endParaRPr>
          </a:p>
        </p:txBody>
      </p:sp>
      <p:sp>
        <p:nvSpPr>
          <p:cNvPr id="46" name="Rectangle: Rounded Corners 45">
            <a:extLst>
              <a:ext uri="{FF2B5EF4-FFF2-40B4-BE49-F238E27FC236}">
                <a16:creationId xmlns:a16="http://schemas.microsoft.com/office/drawing/2014/main" id="{96828DC0-3A1C-3EE2-177C-BDAFB8CF791E}"/>
              </a:ext>
            </a:extLst>
          </p:cNvPr>
          <p:cNvSpPr/>
          <p:nvPr/>
        </p:nvSpPr>
        <p:spPr>
          <a:xfrm>
            <a:off x="577530" y="2921152"/>
            <a:ext cx="4400449" cy="1779810"/>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1">
            <a:extLst>
              <a:ext uri="{FF2B5EF4-FFF2-40B4-BE49-F238E27FC236}">
                <a16:creationId xmlns:a16="http://schemas.microsoft.com/office/drawing/2014/main" id="{86AE0A21-E076-C42C-1421-7FE67952DB5E}"/>
              </a:ext>
            </a:extLst>
          </p:cNvPr>
          <p:cNvSpPr/>
          <p:nvPr/>
        </p:nvSpPr>
        <p:spPr>
          <a:xfrm>
            <a:off x="793790" y="2485549"/>
            <a:ext cx="22681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Light" pitchFamily="34" charset="0"/>
                <a:ea typeface="Noto Serif Light" pitchFamily="34" charset="-122"/>
                <a:cs typeface="Noto Serif Light" pitchFamily="34" charset="-120"/>
              </a:rPr>
              <a:t>01</a:t>
            </a:r>
            <a:endParaRPr lang="en-US" sz="1750">
              <a:solidFill>
                <a:srgbClr val="FFFFFF"/>
              </a:solidFill>
            </a:endParaRPr>
          </a:p>
        </p:txBody>
      </p:sp>
      <p:sp>
        <p:nvSpPr>
          <p:cNvPr id="48" name="Rectangle: Rounded Corners 47">
            <a:extLst>
              <a:ext uri="{FF2B5EF4-FFF2-40B4-BE49-F238E27FC236}">
                <a16:creationId xmlns:a16="http://schemas.microsoft.com/office/drawing/2014/main" id="{D5342059-585B-A41E-86AF-8DE6DB2E7333}"/>
              </a:ext>
            </a:extLst>
          </p:cNvPr>
          <p:cNvSpPr/>
          <p:nvPr/>
        </p:nvSpPr>
        <p:spPr>
          <a:xfrm>
            <a:off x="5215895" y="2913777"/>
            <a:ext cx="4208722" cy="1433223"/>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3">
            <a:extLst>
              <a:ext uri="{FF2B5EF4-FFF2-40B4-BE49-F238E27FC236}">
                <a16:creationId xmlns:a16="http://schemas.microsoft.com/office/drawing/2014/main" id="{39A25C22-B78E-760C-ABAD-F0865A4155DA}"/>
              </a:ext>
            </a:extLst>
          </p:cNvPr>
          <p:cNvSpPr/>
          <p:nvPr/>
        </p:nvSpPr>
        <p:spPr>
          <a:xfrm>
            <a:off x="793790" y="3014901"/>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Receive Request</a:t>
            </a:r>
            <a:endParaRPr lang="en-US" sz="2200">
              <a:solidFill>
                <a:srgbClr val="FFFFFF"/>
              </a:solidFill>
            </a:endParaRPr>
          </a:p>
        </p:txBody>
      </p:sp>
      <p:sp>
        <p:nvSpPr>
          <p:cNvPr id="29" name="Text 4">
            <a:extLst>
              <a:ext uri="{FF2B5EF4-FFF2-40B4-BE49-F238E27FC236}">
                <a16:creationId xmlns:a16="http://schemas.microsoft.com/office/drawing/2014/main" id="{B1AD5797-543C-1E8C-48CF-BBE6637FD9A7}"/>
              </a:ext>
            </a:extLst>
          </p:cNvPr>
          <p:cNvSpPr/>
          <p:nvPr/>
        </p:nvSpPr>
        <p:spPr>
          <a:xfrm>
            <a:off x="793790" y="3505319"/>
            <a:ext cx="4196358"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FastAPI endpoint accepts topic, audience, and region parameters from frontend client.</a:t>
            </a:r>
            <a:endParaRPr lang="en-US" sz="1750">
              <a:solidFill>
                <a:srgbClr val="FFFFFF"/>
              </a:solidFill>
            </a:endParaRPr>
          </a:p>
        </p:txBody>
      </p:sp>
      <p:sp>
        <p:nvSpPr>
          <p:cNvPr id="31" name="Text 5">
            <a:extLst>
              <a:ext uri="{FF2B5EF4-FFF2-40B4-BE49-F238E27FC236}">
                <a16:creationId xmlns:a16="http://schemas.microsoft.com/office/drawing/2014/main" id="{2F8DF6BF-5DC0-7B90-CA74-215CEF94E596}"/>
              </a:ext>
            </a:extLst>
          </p:cNvPr>
          <p:cNvSpPr/>
          <p:nvPr/>
        </p:nvSpPr>
        <p:spPr>
          <a:xfrm>
            <a:off x="5216962" y="2485549"/>
            <a:ext cx="22681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Light" pitchFamily="34" charset="0"/>
                <a:ea typeface="Noto Serif Light" pitchFamily="34" charset="-122"/>
                <a:cs typeface="Noto Serif Light" pitchFamily="34" charset="-120"/>
              </a:rPr>
              <a:t>02</a:t>
            </a:r>
            <a:endParaRPr lang="en-US" sz="1750">
              <a:solidFill>
                <a:srgbClr val="FFFFFF"/>
              </a:solidFill>
            </a:endParaRPr>
          </a:p>
        </p:txBody>
      </p:sp>
      <p:sp>
        <p:nvSpPr>
          <p:cNvPr id="47" name="Rectangle: Rounded Corners 46">
            <a:extLst>
              <a:ext uri="{FF2B5EF4-FFF2-40B4-BE49-F238E27FC236}">
                <a16:creationId xmlns:a16="http://schemas.microsoft.com/office/drawing/2014/main" id="{B241BFDF-59FB-13D4-C06D-41DC578D0B02}"/>
              </a:ext>
            </a:extLst>
          </p:cNvPr>
          <p:cNvSpPr/>
          <p:nvPr/>
        </p:nvSpPr>
        <p:spPr>
          <a:xfrm>
            <a:off x="570155" y="5443125"/>
            <a:ext cx="6302991" cy="1470094"/>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7">
            <a:extLst>
              <a:ext uri="{FF2B5EF4-FFF2-40B4-BE49-F238E27FC236}">
                <a16:creationId xmlns:a16="http://schemas.microsoft.com/office/drawing/2014/main" id="{384D8A7E-F973-5170-4DF9-6CE7DF14A2CF}"/>
              </a:ext>
            </a:extLst>
          </p:cNvPr>
          <p:cNvSpPr/>
          <p:nvPr/>
        </p:nvSpPr>
        <p:spPr>
          <a:xfrm>
            <a:off x="5216962" y="3014901"/>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Aggregate Data</a:t>
            </a:r>
            <a:endParaRPr lang="en-US" sz="2200">
              <a:solidFill>
                <a:srgbClr val="FFFFFF"/>
              </a:solidFill>
            </a:endParaRPr>
          </a:p>
        </p:txBody>
      </p:sp>
      <p:sp>
        <p:nvSpPr>
          <p:cNvPr id="35" name="Text 8">
            <a:extLst>
              <a:ext uri="{FF2B5EF4-FFF2-40B4-BE49-F238E27FC236}">
                <a16:creationId xmlns:a16="http://schemas.microsoft.com/office/drawing/2014/main" id="{1EE3E917-3EE9-F2EF-F768-083F94D012E6}"/>
              </a:ext>
            </a:extLst>
          </p:cNvPr>
          <p:cNvSpPr/>
          <p:nvPr/>
        </p:nvSpPr>
        <p:spPr>
          <a:xfrm>
            <a:off x="5216962" y="3505319"/>
            <a:ext cx="4196358"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Calls utility modules to fetch trending keywords and popular YouTube videos.</a:t>
            </a:r>
            <a:endParaRPr lang="en-US" sz="1750">
              <a:solidFill>
                <a:srgbClr val="FFFFFF"/>
              </a:solidFill>
            </a:endParaRPr>
          </a:p>
        </p:txBody>
      </p:sp>
      <p:sp>
        <p:nvSpPr>
          <p:cNvPr id="50" name="Rectangle: Rounded Corners 49">
            <a:extLst>
              <a:ext uri="{FF2B5EF4-FFF2-40B4-BE49-F238E27FC236}">
                <a16:creationId xmlns:a16="http://schemas.microsoft.com/office/drawing/2014/main" id="{F7FD3BEB-3355-6014-3892-8F17385AD7C4}"/>
              </a:ext>
            </a:extLst>
          </p:cNvPr>
          <p:cNvSpPr/>
          <p:nvPr/>
        </p:nvSpPr>
        <p:spPr>
          <a:xfrm>
            <a:off x="7199553" y="5280891"/>
            <a:ext cx="6627455" cy="1772436"/>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0D12776B-082D-FE56-C4B2-0BC7AEAFC9DE}"/>
              </a:ext>
            </a:extLst>
          </p:cNvPr>
          <p:cNvSpPr/>
          <p:nvPr/>
        </p:nvSpPr>
        <p:spPr>
          <a:xfrm>
            <a:off x="9640413" y="2913776"/>
            <a:ext cx="4503687" cy="1470094"/>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9">
            <a:extLst>
              <a:ext uri="{FF2B5EF4-FFF2-40B4-BE49-F238E27FC236}">
                <a16:creationId xmlns:a16="http://schemas.microsoft.com/office/drawing/2014/main" id="{7662CB7B-E25F-3BD6-E93F-E09759B45ED3}"/>
              </a:ext>
            </a:extLst>
          </p:cNvPr>
          <p:cNvSpPr/>
          <p:nvPr/>
        </p:nvSpPr>
        <p:spPr>
          <a:xfrm>
            <a:off x="9758120" y="2485549"/>
            <a:ext cx="22681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Light" pitchFamily="34" charset="0"/>
                <a:ea typeface="Noto Serif Light" pitchFamily="34" charset="-122"/>
                <a:cs typeface="Noto Serif Light" pitchFamily="34" charset="-120"/>
              </a:rPr>
              <a:t>03</a:t>
            </a:r>
            <a:endParaRPr lang="en-US" sz="1750">
              <a:solidFill>
                <a:srgbClr val="FFFFFF"/>
              </a:solidFill>
            </a:endParaRPr>
          </a:p>
        </p:txBody>
      </p:sp>
      <p:sp>
        <p:nvSpPr>
          <p:cNvPr id="38" name="Text 11">
            <a:extLst>
              <a:ext uri="{FF2B5EF4-FFF2-40B4-BE49-F238E27FC236}">
                <a16:creationId xmlns:a16="http://schemas.microsoft.com/office/drawing/2014/main" id="{F50A3219-9232-4BDD-A144-3CB1B92779C3}"/>
              </a:ext>
            </a:extLst>
          </p:cNvPr>
          <p:cNvSpPr/>
          <p:nvPr/>
        </p:nvSpPr>
        <p:spPr>
          <a:xfrm>
            <a:off x="9868733" y="3014901"/>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Prompt Engineering</a:t>
            </a:r>
            <a:endParaRPr lang="en-US" sz="2200">
              <a:solidFill>
                <a:srgbClr val="FFFFFF"/>
              </a:solidFill>
            </a:endParaRPr>
          </a:p>
        </p:txBody>
      </p:sp>
      <p:sp>
        <p:nvSpPr>
          <p:cNvPr id="39" name="Text 12">
            <a:extLst>
              <a:ext uri="{FF2B5EF4-FFF2-40B4-BE49-F238E27FC236}">
                <a16:creationId xmlns:a16="http://schemas.microsoft.com/office/drawing/2014/main" id="{618F6B37-2DAC-1433-8D44-D3614089F9FF}"/>
              </a:ext>
            </a:extLst>
          </p:cNvPr>
          <p:cNvSpPr/>
          <p:nvPr/>
        </p:nvSpPr>
        <p:spPr>
          <a:xfrm>
            <a:off x="9758120" y="3505319"/>
            <a:ext cx="4196358"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Combines gathered data into rich, contextual prompt for AI service.</a:t>
            </a:r>
            <a:endParaRPr lang="en-US" sz="1750">
              <a:solidFill>
                <a:srgbClr val="FFFFFF"/>
              </a:solidFill>
            </a:endParaRPr>
          </a:p>
        </p:txBody>
      </p:sp>
      <p:sp>
        <p:nvSpPr>
          <p:cNvPr id="40" name="Text 13">
            <a:extLst>
              <a:ext uri="{FF2B5EF4-FFF2-40B4-BE49-F238E27FC236}">
                <a16:creationId xmlns:a16="http://schemas.microsoft.com/office/drawing/2014/main" id="{30E86C97-BB51-45A1-E163-599CA8F67658}"/>
              </a:ext>
            </a:extLst>
          </p:cNvPr>
          <p:cNvSpPr/>
          <p:nvPr/>
        </p:nvSpPr>
        <p:spPr>
          <a:xfrm>
            <a:off x="793790" y="4990862"/>
            <a:ext cx="22681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Light" pitchFamily="34" charset="0"/>
                <a:ea typeface="Noto Serif Light" pitchFamily="34" charset="-122"/>
                <a:cs typeface="Noto Serif Light" pitchFamily="34" charset="-120"/>
              </a:rPr>
              <a:t>04</a:t>
            </a:r>
            <a:endParaRPr lang="en-US" sz="1750">
              <a:solidFill>
                <a:srgbClr val="FFFFFF"/>
              </a:solidFill>
            </a:endParaRPr>
          </a:p>
        </p:txBody>
      </p:sp>
      <p:sp>
        <p:nvSpPr>
          <p:cNvPr id="42" name="Text 16">
            <a:extLst>
              <a:ext uri="{FF2B5EF4-FFF2-40B4-BE49-F238E27FC236}">
                <a16:creationId xmlns:a16="http://schemas.microsoft.com/office/drawing/2014/main" id="{14001CDD-644A-9D0C-64D3-BAAC7DF53E09}"/>
              </a:ext>
            </a:extLst>
          </p:cNvPr>
          <p:cNvSpPr/>
          <p:nvPr/>
        </p:nvSpPr>
        <p:spPr>
          <a:xfrm>
            <a:off x="793790" y="6010632"/>
            <a:ext cx="6407944"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Sends POST request to EURI API with engineered prompt and receives ideas.</a:t>
            </a:r>
            <a:endParaRPr lang="en-US" sz="1750">
              <a:solidFill>
                <a:srgbClr val="FFFFFF"/>
              </a:solidFill>
            </a:endParaRPr>
          </a:p>
        </p:txBody>
      </p:sp>
      <p:sp>
        <p:nvSpPr>
          <p:cNvPr id="41" name="Text 15">
            <a:extLst>
              <a:ext uri="{FF2B5EF4-FFF2-40B4-BE49-F238E27FC236}">
                <a16:creationId xmlns:a16="http://schemas.microsoft.com/office/drawing/2014/main" id="{33773884-53CB-A233-F829-436793E5F69F}"/>
              </a:ext>
            </a:extLst>
          </p:cNvPr>
          <p:cNvSpPr/>
          <p:nvPr/>
        </p:nvSpPr>
        <p:spPr>
          <a:xfrm>
            <a:off x="793790" y="5520214"/>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AI Generation</a:t>
            </a:r>
            <a:endParaRPr lang="en-US" sz="2200">
              <a:solidFill>
                <a:srgbClr val="FFFFFF"/>
              </a:solidFill>
            </a:endParaRPr>
          </a:p>
        </p:txBody>
      </p:sp>
      <p:sp>
        <p:nvSpPr>
          <p:cNvPr id="43" name="Text 17">
            <a:extLst>
              <a:ext uri="{FF2B5EF4-FFF2-40B4-BE49-F238E27FC236}">
                <a16:creationId xmlns:a16="http://schemas.microsoft.com/office/drawing/2014/main" id="{E3A9ADD4-CA65-66F1-4119-D78EBFEC6A66}"/>
              </a:ext>
            </a:extLst>
          </p:cNvPr>
          <p:cNvSpPr/>
          <p:nvPr/>
        </p:nvSpPr>
        <p:spPr>
          <a:xfrm>
            <a:off x="7428548" y="4990862"/>
            <a:ext cx="22681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Light" pitchFamily="34" charset="0"/>
                <a:ea typeface="Noto Serif Light" pitchFamily="34" charset="-122"/>
                <a:cs typeface="Noto Serif Light" pitchFamily="34" charset="-120"/>
              </a:rPr>
              <a:t>05</a:t>
            </a:r>
            <a:endParaRPr lang="en-US" sz="1750">
              <a:solidFill>
                <a:srgbClr val="FFFFFF"/>
              </a:solidFill>
            </a:endParaRPr>
          </a:p>
        </p:txBody>
      </p:sp>
      <p:sp>
        <p:nvSpPr>
          <p:cNvPr id="44" name="Text 19">
            <a:extLst>
              <a:ext uri="{FF2B5EF4-FFF2-40B4-BE49-F238E27FC236}">
                <a16:creationId xmlns:a16="http://schemas.microsoft.com/office/drawing/2014/main" id="{C4BFA49D-1824-54CD-7808-5A8ABA769C1C}"/>
              </a:ext>
            </a:extLst>
          </p:cNvPr>
          <p:cNvSpPr/>
          <p:nvPr/>
        </p:nvSpPr>
        <p:spPr>
          <a:xfrm>
            <a:off x="7428548" y="5520214"/>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Return Response</a:t>
            </a:r>
            <a:endParaRPr lang="en-US" sz="2200">
              <a:solidFill>
                <a:srgbClr val="FFFFFF"/>
              </a:solidFill>
            </a:endParaRPr>
          </a:p>
        </p:txBody>
      </p:sp>
      <p:sp>
        <p:nvSpPr>
          <p:cNvPr id="45" name="Text 20">
            <a:extLst>
              <a:ext uri="{FF2B5EF4-FFF2-40B4-BE49-F238E27FC236}">
                <a16:creationId xmlns:a16="http://schemas.microsoft.com/office/drawing/2014/main" id="{6C5846FD-9481-420E-0380-42112712A62B}"/>
              </a:ext>
            </a:extLst>
          </p:cNvPr>
          <p:cNvSpPr/>
          <p:nvPr/>
        </p:nvSpPr>
        <p:spPr>
          <a:xfrm>
            <a:off x="7428548" y="6010632"/>
            <a:ext cx="6407944"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a:ea typeface="Noto Serif"/>
                <a:cs typeface="Noto Serif"/>
              </a:rPr>
              <a:t>Packages keywords, videos, and AI ideas into single JSON response for frontend.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 name="Rectangle 193">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052"/>
            <a:ext cx="14630400" cy="82346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2" name="Text 0"/>
          <p:cNvSpPr/>
          <p:nvPr/>
        </p:nvSpPr>
        <p:spPr>
          <a:xfrm>
            <a:off x="509356" y="570048"/>
            <a:ext cx="6294374" cy="1822251"/>
          </a:xfrm>
          <a:prstGeom prst="rect">
            <a:avLst/>
          </a:prstGeom>
        </p:spPr>
        <p:txBody>
          <a:bodyPr vert="horz" lIns="91440" tIns="45720" rIns="91440" bIns="45720" rtlCol="0" anchor="b">
            <a:normAutofit lnSpcReduction="10000"/>
          </a:bodyPr>
          <a:lstStyle/>
          <a:p>
            <a:pPr marL="0" indent="0">
              <a:lnSpc>
                <a:spcPct val="90000"/>
              </a:lnSpc>
              <a:spcBef>
                <a:spcPct val="0"/>
              </a:spcBef>
              <a:spcAft>
                <a:spcPts val="600"/>
              </a:spcAft>
            </a:pPr>
            <a:r>
              <a:rPr lang="en-US" sz="6500">
                <a:solidFill>
                  <a:schemeClr val="bg1"/>
                </a:solidFill>
                <a:latin typeface="Georgia Pro"/>
                <a:ea typeface="+mj-ea"/>
                <a:cs typeface="+mj-cs"/>
              </a:rPr>
              <a:t>Google Trends Integration</a:t>
            </a:r>
          </a:p>
        </p:txBody>
      </p:sp>
      <p:pic>
        <p:nvPicPr>
          <p:cNvPr id="3" name="Image 0" descr="preencoded.png"/>
          <p:cNvPicPr>
            <a:picLocks noChangeAspect="1"/>
          </p:cNvPicPr>
          <p:nvPr/>
        </p:nvPicPr>
        <p:blipFill>
          <a:blip r:embed="rId3"/>
          <a:srcRect/>
          <a:stretch>
            <a:fillRect/>
          </a:stretch>
        </p:blipFill>
        <p:spPr>
          <a:xfrm>
            <a:off x="6561472" y="709033"/>
            <a:ext cx="6349198" cy="6349197"/>
          </a:xfrm>
          <a:custGeom>
            <a:avLst/>
            <a:gdLst/>
            <a:ahLst/>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a:ln w="25400">
            <a:noFill/>
          </a:ln>
        </p:spPr>
      </p:pic>
      <p:sp>
        <p:nvSpPr>
          <p:cNvPr id="19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50710" y="987961"/>
            <a:ext cx="496276" cy="49627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96" name="Graphic 212">
            <a:extLst>
              <a:ext uri="{FF2B5EF4-FFF2-40B4-BE49-F238E27FC236}">
                <a16:creationId xmlns:a16="http://schemas.microsoft.com/office/drawing/2014/main" id="{A499C65A-9B02-4D7F-BD68-CD38D8805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50710" y="987961"/>
            <a:ext cx="496276" cy="496277"/>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97"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44747" y="2106604"/>
            <a:ext cx="1918595" cy="637552"/>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99" name="Graphic 4">
            <a:extLst>
              <a:ext uri="{FF2B5EF4-FFF2-40B4-BE49-F238E27FC236}">
                <a16:creationId xmlns:a16="http://schemas.microsoft.com/office/drawing/2014/main" id="{1F4896D7-5AD0-4505-BCCD-82262CFEE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42377" y="4114819"/>
            <a:ext cx="2233785" cy="2233803"/>
            <a:chOff x="5734037" y="3067039"/>
            <a:chExt cx="724483" cy="724489"/>
          </a:xfrm>
          <a:solidFill>
            <a:schemeClr val="bg1"/>
          </a:solidFill>
        </p:grpSpPr>
        <p:sp>
          <p:nvSpPr>
            <p:cNvPr id="25" name="Freeform: Shape 24">
              <a:extLst>
                <a:ext uri="{FF2B5EF4-FFF2-40B4-BE49-F238E27FC236}">
                  <a16:creationId xmlns:a16="http://schemas.microsoft.com/office/drawing/2014/main" id="{83C04C31-4BBB-4AC5-A222-4E79BDDF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90890F0-A440-4A5F-89E2-860A60425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9BA7632-2294-4740-BB61-DFA5017B7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025C556-497E-4B62-9131-98448B5A7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467884A-CD29-4BCE-A1A4-1E629953F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3A1BC11-A782-4A26-87D0-76C92BAB7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8787142E-1022-4109-9141-85FF9C22E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3BCB7E-36CC-4105-9CDA-BFB80F3FF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6EF2588-350F-4CCE-9BF8-799EC7196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A696712-7E60-48CD-A6F8-91754B09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244E95B-2BBF-4335-BEFC-BA135EF94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D692242-534C-4A58-90D7-43A781D23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C72B2EF-E5D1-46BF-B7FE-A9D174508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8805B31-6BA4-45FA-8180-436B2EC41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1B376A0-4543-4AE3-8071-5C746BADE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824AEB4-F797-4131-AD1A-BCB807B08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399A867-568D-43D3-8F17-6644C8D09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9953DBA6-7A8F-4369-8F18-DC19A21B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9167760-8210-45B7-96C9-462EB82D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B578C99-7B91-480A-B8CA-B9FB3AF17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CDF91670-E084-4B4B-9F86-75DD43CBE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FC99F2F-C73F-444D-B4BB-C02E463AB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F3FF604-A6A9-4EDC-868C-696B9212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8D6C5BB-BF17-4FE8-B611-578E8EBE9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80A8D66-3FA7-4C04-AEDC-D8F94AA43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3DE9B826-6E87-4EF5-AA9D-F55BB3A21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BAEEC53-BED0-4ACB-94B4-818158D7E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30709FE3-3633-4C01-AAD6-75ADD9395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0D68B00-260E-4EFC-A1FE-8B04EB5A7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360AF8DD-D1D2-43F3-83E5-ECF20A091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7B3F103-7F53-4D5E-B9A2-DE4F0B78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BBECD20-3735-4F14-8816-26D648091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00687DC-38D4-44B7-BA7D-D8A0BA155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3AFC6B0-2B60-47B1-B854-A02279C70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39963332-7F58-48B9-9BAB-87C986F3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342BD313-0F6E-4DC3-B8A8-861289801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253CE00-9D58-4821-B362-2552C433B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E89086E-98CE-4697-8CE7-B2E7DB2E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2CE9357F-710D-4D3B-90C1-CF19E73F2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170ED7F2-AD38-47BC-B6A1-FF7E20AFD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2600E9C-0B0F-45ED-A2CF-DE0240B2B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B07D2066-6599-4BD0-9CD5-7289EB1B8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BF96C0D-1DEE-47F2-A950-16BC0896F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FD254ABE-505D-4C6A-9267-BFB78FBB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822BBE38-BC6F-4DDE-BD6D-2B496CE4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046D1FA-C431-4F16-8BDD-71C614D79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CF387987-DEF1-447C-BC86-281AC0B3D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9808DF01-2715-4215-81F1-B8C178304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AED7F897-8A4F-4F3D-BFB1-738BCDCA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9B51B8B7-D508-44C3-AFC5-820557A94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7FBC6B94-2A13-4303-AE51-334E386DA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27897959-2F8E-4A05-9EA8-5B0329B57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0522AB50-D351-40F4-8A88-E856C1F27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21AFD52-C13F-4A20-B1DB-13C1A9A3D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8E789B3B-F514-4E02-8C1A-2F85817AA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E473BAC-3DA1-4D63-9D6C-2B993665F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F385DCF4-8F59-4838-B86C-2B3EF0BCE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EC5A02E-609A-4C39-A35D-E8D038F7C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AB67B18-1821-4367-A7B6-CC2FFF66D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FCAC56E-4767-4984-9FE7-2C3CA57D0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A1929ED-CEB2-4C49-B2ED-A206D3793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1D632F9-2F59-4C8D-B1BC-1CB0D15C3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3B9F80B-CAEF-442C-A218-E2B069545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26A626E-CC14-4106-8AD4-DB3D81CD6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7CD710B8-B5DF-495F-ACEA-CFB9308CB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550C81D-B0B8-4DB8-A12C-B62944D07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4EB82E53-B337-43EB-BFF8-1466F10E8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1DCEF3A-2B54-4AA2-9BFD-57EA4A246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9F122967-34EF-4575-8E59-75D77FCD0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87EBF9D-3949-4CCE-BB87-978466834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58A1183F-B28F-4BAD-A14B-3940A6E92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A81851B7-6D8F-454C-BBAA-498426069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99759A7A-483F-4DB0-8677-C6AB61E19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BDD1E55B-DE82-4811-BB33-1468396D2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4B0251C-DACC-4A24-83BA-3D95F8D19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647EF9B-D99D-48C1-B61E-19B85F471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EB55DF3C-DDF0-4B01-849E-46A663465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09149238-5A44-4264-84E6-DD25E7C0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4E6925C1-B440-4C1C-8829-2E6D9EE14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937B5BDB-32A7-4C47-A984-AF2316600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9B5A7D9C-91C9-49A3-8AD5-DB49632FD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C64B015D-AFCF-4AB2-AE58-A069B06D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A4407931-9375-400F-88AC-C63D4E9E9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554278B7-45C8-46E4-885A-69208D598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3A806AB0-FBD6-41CD-997C-A76266D37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19E2D6D-6D96-4348-954B-3657A0B0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794AABE-9C3E-4A8C-820F-0FDF65213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1DBEC39D-5464-46CA-B62B-24826F1F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1807973-667B-4780-B3AA-4ADC32DB3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70D793C-C9EE-467B-8385-42B6905A0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94695A53-78EB-4811-8BBC-4707F30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576416F-0C2E-4D01-9357-5C73ADF85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A091FE22-8667-4F89-A333-BA9A0917E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CB779008-969D-4FA8-BB6C-3BBBCF919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CDAF3B96-0DFB-44BA-959D-BF9643FFE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F66F5FF-98B2-4453-8175-EB602A6A0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51D9683-9D41-4058-B90B-99146FC2F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907098D-1005-4522-BA21-F1534CBAC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5BFEF082-7E02-4ED8-B9D1-F0FC47FEC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429C269-222E-4EFB-97B9-08FA243CE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C460F7F-5702-4281-850B-59E4182A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A329057C-293F-4933-9DEA-2463E66D4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274CBA8-6253-4229-AC37-1D7126639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B7ABAAD2-23FD-4AF4-8506-3CDDC5607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7A85620-3B33-477A-949C-3F221DCC2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6247316E-E815-4CE3-9EC0-8DC8391EB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D047E26-5A98-4B49-A453-C71D89450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40C95BF-A85B-4251-A817-35A7B4F71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EA4FDA2F-E340-40E6-8678-8F4F9EB3D4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94A3796-87FD-436D-8309-857F9B489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2B20BE68-41F5-4E59-87CD-A8654B123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7FD87938-B42E-45E5-ABB8-936E00A24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A46A837-6AA3-4099-8055-251ED6D7D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B9D871B1-B4D0-4667-B5FA-21AE12E50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77E102A-1E9D-44C8-9DA0-1B4B6144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2DB4921-ECFC-42CD-B91B-56AB1FE26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156177C-2880-4AAF-BFC7-C3EA4AD09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7C807E0-34AB-4AC3-A674-D7E438C60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3AD80AB-575A-4D50-A561-CE310E06B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E4C11A99-7E93-4B54-B1CE-D90D45325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25A3E814-2D04-4881-B9E9-81ADDC0C9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073D9FB4-F4AF-4974-A734-C9300D210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081A1414-A8F5-43F1-BA51-B058EF2C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E41588DC-3C7F-4695-A42A-B5ABEA8B5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884DF6D-4C87-4B4A-A918-B3F3C8BE3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CF26F2A0-B8D0-48D4-A9A9-BEB75CFF1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A9177E1-A6DC-4200-9D85-31A348E02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DA218E3-83A8-45E8-B2E3-4B693606C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1E51433-E260-493C-8A94-FCE7FD9BA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3A74FFD3-BE5F-435D-AC22-825B6E049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B3420F88-93EB-4790-A2BD-EFF61E77B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3875302B-159F-4E81-AD49-154BAA8F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BE9966CE-BC06-4CEB-877D-34D9D1C2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889924EA-8A9B-4ED5-8CF2-E184EE89D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300C1FB1-E227-40EE-A773-071D080B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14F26B5D-6E35-40E8-90DF-FD65CB33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059D8F05-F701-45A6-9377-454642C21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5F57ACF8-D510-4715-B964-20D980558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51053CDD-687F-481B-86FB-56DA74C55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76B24CA5-1578-43AE-8ED8-CB9F7EA62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A3208550-AB5B-4E2B-914A-270D30163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D4120D7E-20EE-4413-A541-781EA435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9C0CC66E-BFF1-47FD-8C37-092016FBE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09D9AD44-3983-44A2-9DBA-6C5FF3C4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71915592-B946-43D1-AE24-B72B17FC5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3AC48622-C7DC-416F-B14F-AB0C6A3EF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C122E9A7-0590-453C-AC3A-88265131C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78246847-0B72-46B3-9243-7A7B92E21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207FF669-6E9C-47DF-A1A0-66766927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6905CAD-DCDC-4965-969E-3BA793FCA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7E82B7F4-81C1-4A48-A3C9-B9DE741C9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53D306B7-0050-4206-8020-D3F81BC4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E50823B-85BA-4734-A0E5-99F2D027C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1F26CEA8-889B-4F33-AE59-91F66E160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E64E5726-D6A2-4541-9EB4-0D455BFB1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5A9478C-31E8-4C23-856A-5B4D6936B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D4D55AFD-7163-47DF-8918-6BCF397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20C5BF88-D776-4C9B-89BD-85EE0DCE8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0A0347C6-25EE-4289-B805-750B30ABB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4C83C9E0-7820-4EA4-B9AA-AD6E0719F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7E1B6DEA-553D-4733-9A45-3A28D118B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BE647149-B885-4A7D-B57E-A9762FF95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3FFCDDD6-EA47-4BA4-914F-B4AD52A7D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18C5FC42-4A56-48D7-9C6F-EE6973256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E58746BA-672F-48B8-BA1D-E317498C1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75C60814-753C-4243-BD88-443E240D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174EB8C9-709B-42D9-9948-434CAA5E0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786AB5B1-D0D7-4FE2-9A7D-BF9C01F7D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718E7606-3FC9-4354-BCF8-A980AE6DF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grpSp>
        <p:nvGrpSpPr>
          <p:cNvPr id="17" name="Group 16">
            <a:extLst>
              <a:ext uri="{FF2B5EF4-FFF2-40B4-BE49-F238E27FC236}">
                <a16:creationId xmlns:a16="http://schemas.microsoft.com/office/drawing/2014/main" id="{42AD1F0B-B612-CE67-55B1-1430E413FDFD}"/>
              </a:ext>
            </a:extLst>
          </p:cNvPr>
          <p:cNvGrpSpPr/>
          <p:nvPr/>
        </p:nvGrpSpPr>
        <p:grpSpPr>
          <a:xfrm>
            <a:off x="510218" y="3471731"/>
            <a:ext cx="6342102" cy="2878812"/>
            <a:chOff x="7574280" y="1726644"/>
            <a:chExt cx="6342102" cy="2878812"/>
          </a:xfrm>
        </p:grpSpPr>
        <p:sp>
          <p:nvSpPr>
            <p:cNvPr id="11" name="Text 1">
              <a:extLst>
                <a:ext uri="{FF2B5EF4-FFF2-40B4-BE49-F238E27FC236}">
                  <a16:creationId xmlns:a16="http://schemas.microsoft.com/office/drawing/2014/main" id="{B290A3D7-54E9-EF33-B5A8-0F4F4A0513BE}"/>
                </a:ext>
              </a:extLst>
            </p:cNvPr>
            <p:cNvSpPr/>
            <p:nvPr/>
          </p:nvSpPr>
          <p:spPr>
            <a:xfrm>
              <a:off x="7574280" y="1726644"/>
              <a:ext cx="2577584" cy="322183"/>
            </a:xfrm>
            <a:prstGeom prst="rect">
              <a:avLst/>
            </a:prstGeom>
            <a:noFill/>
            <a:ln/>
          </p:spPr>
          <p:txBody>
            <a:bodyPr wrap="none" lIns="0" tIns="0" rIns="0" bIns="0" rtlCol="0" anchor="t"/>
            <a:lstStyle/>
            <a:p>
              <a:pPr marL="0" indent="0" algn="l">
                <a:lnSpc>
                  <a:spcPts val="2500"/>
                </a:lnSpc>
                <a:buNone/>
              </a:pPr>
              <a:r>
                <a:rPr lang="en-US" sz="2000">
                  <a:solidFill>
                    <a:srgbClr val="FFFFFF"/>
                  </a:solidFill>
                  <a:latin typeface="Noto Serif Medium" pitchFamily="34" charset="0"/>
                  <a:ea typeface="Noto Serif Medium" pitchFamily="34" charset="-122"/>
                  <a:cs typeface="Noto Serif Medium" pitchFamily="34" charset="-120"/>
                </a:rPr>
                <a:t>Keyword Discovery</a:t>
              </a:r>
              <a:endParaRPr lang="en-US" sz="2000">
                <a:solidFill>
                  <a:srgbClr val="FFFFFF"/>
                </a:solidFill>
              </a:endParaRPr>
            </a:p>
          </p:txBody>
        </p:sp>
        <p:sp>
          <p:nvSpPr>
            <p:cNvPr id="12" name="Text 2">
              <a:extLst>
                <a:ext uri="{FF2B5EF4-FFF2-40B4-BE49-F238E27FC236}">
                  <a16:creationId xmlns:a16="http://schemas.microsoft.com/office/drawing/2014/main" id="{804243C2-2B20-3A27-C0DE-13154C5FD500}"/>
                </a:ext>
              </a:extLst>
            </p:cNvPr>
            <p:cNvSpPr/>
            <p:nvPr/>
          </p:nvSpPr>
          <p:spPr>
            <a:xfrm>
              <a:off x="7574280" y="2254925"/>
              <a:ext cx="6342102" cy="659844"/>
            </a:xfrm>
            <a:prstGeom prst="rect">
              <a:avLst/>
            </a:prstGeom>
            <a:noFill/>
            <a:ln/>
          </p:spPr>
          <p:txBody>
            <a:bodyPr wrap="square" lIns="0" tIns="0" rIns="0" bIns="0" rtlCol="0" anchor="t"/>
            <a:lstStyle/>
            <a:p>
              <a:pPr marL="0" indent="0" algn="l">
                <a:lnSpc>
                  <a:spcPts val="2550"/>
                </a:lnSpc>
                <a:buNone/>
              </a:pPr>
              <a:r>
                <a:rPr lang="en-US" sz="1600">
                  <a:solidFill>
                    <a:srgbClr val="FFFFFF"/>
                  </a:solidFill>
                  <a:latin typeface="Noto Serif" pitchFamily="34" charset="0"/>
                  <a:ea typeface="Noto Serif" pitchFamily="34" charset="-122"/>
                  <a:cs typeface="Noto Serif" pitchFamily="34" charset="-120"/>
                </a:rPr>
                <a:t>The google_trends.py module interfaces with SerpApi to fetch related search queries from Google Trends.</a:t>
              </a:r>
              <a:endParaRPr lang="en-US" sz="1600">
                <a:solidFill>
                  <a:srgbClr val="FFFFFF"/>
                </a:solidFill>
              </a:endParaRPr>
            </a:p>
          </p:txBody>
        </p:sp>
        <p:sp>
          <p:nvSpPr>
            <p:cNvPr id="13" name="Text 3">
              <a:extLst>
                <a:ext uri="{FF2B5EF4-FFF2-40B4-BE49-F238E27FC236}">
                  <a16:creationId xmlns:a16="http://schemas.microsoft.com/office/drawing/2014/main" id="{6143E6B5-373E-D7FD-2E5E-5D3A48DA4661}"/>
                </a:ext>
              </a:extLst>
            </p:cNvPr>
            <p:cNvSpPr/>
            <p:nvPr/>
          </p:nvSpPr>
          <p:spPr>
            <a:xfrm>
              <a:off x="7574280" y="3100268"/>
              <a:ext cx="6342102" cy="659844"/>
            </a:xfrm>
            <a:prstGeom prst="rect">
              <a:avLst/>
            </a:prstGeom>
            <a:noFill/>
            <a:ln/>
          </p:spPr>
          <p:txBody>
            <a:bodyPr wrap="square" lIns="0" tIns="0" rIns="0" bIns="0" rtlCol="0" anchor="t"/>
            <a:lstStyle/>
            <a:p>
              <a:pPr marL="0" indent="0" algn="l">
                <a:lnSpc>
                  <a:spcPts val="2550"/>
                </a:lnSpc>
                <a:buNone/>
              </a:pPr>
              <a:r>
                <a:rPr lang="en-US" sz="1600">
                  <a:solidFill>
                    <a:srgbClr val="FFFFFF"/>
                  </a:solidFill>
                  <a:latin typeface="Noto Serif" pitchFamily="34" charset="0"/>
                  <a:ea typeface="Noto Serif" pitchFamily="34" charset="-122"/>
                  <a:cs typeface="Noto Serif" pitchFamily="34" charset="-120"/>
                </a:rPr>
                <a:t>It filters results for the last 12 months, extracts top 10 related queries, and applies custom AI-relevance filtering.</a:t>
              </a:r>
              <a:endParaRPr lang="en-US" sz="1600">
                <a:solidFill>
                  <a:srgbClr val="FFFFFF"/>
                </a:solidFill>
              </a:endParaRPr>
            </a:p>
          </p:txBody>
        </p:sp>
        <p:sp>
          <p:nvSpPr>
            <p:cNvPr id="15" name="Text 4">
              <a:extLst>
                <a:ext uri="{FF2B5EF4-FFF2-40B4-BE49-F238E27FC236}">
                  <a16:creationId xmlns:a16="http://schemas.microsoft.com/office/drawing/2014/main" id="{D76E9BF8-DA4E-BE5D-A558-8708A4B6CE6B}"/>
                </a:ext>
              </a:extLst>
            </p:cNvPr>
            <p:cNvSpPr/>
            <p:nvPr/>
          </p:nvSpPr>
          <p:spPr>
            <a:xfrm>
              <a:off x="7574280" y="3945612"/>
              <a:ext cx="6342102" cy="659844"/>
            </a:xfrm>
            <a:prstGeom prst="rect">
              <a:avLst/>
            </a:prstGeom>
            <a:noFill/>
            <a:ln/>
          </p:spPr>
          <p:txBody>
            <a:bodyPr wrap="square" lIns="0" tIns="0" rIns="0" bIns="0" rtlCol="0" anchor="t"/>
            <a:lstStyle/>
            <a:p>
              <a:pPr marL="0" indent="0" algn="l">
                <a:lnSpc>
                  <a:spcPts val="2550"/>
                </a:lnSpc>
                <a:buNone/>
              </a:pPr>
              <a:r>
                <a:rPr lang="en-US" sz="1600">
                  <a:solidFill>
                    <a:srgbClr val="FFFFFF"/>
                  </a:solidFill>
                  <a:latin typeface="Noto Serif" pitchFamily="34" charset="0"/>
                  <a:ea typeface="Noto Serif" pitchFamily="34" charset="-122"/>
                  <a:cs typeface="Noto Serif" pitchFamily="34" charset="-120"/>
                </a:rPr>
                <a:t>Uses python-dotenv to securely manage SERPAPI_KEY from environment variables.</a:t>
              </a:r>
              <a:endParaRPr lang="en-US" sz="1600">
                <a:solidFill>
                  <a:srgbClr val="FFFFFF"/>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1F77B6A-7F53-4B28-B73D-C8CC899AB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2515629F-0D83-4A44-A125-CD50FC660A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09615" y="1633617"/>
            <a:ext cx="5800683" cy="5109811"/>
            <a:chOff x="1674895" y="1345036"/>
            <a:chExt cx="5428610" cy="4210939"/>
          </a:xfrm>
        </p:grpSpPr>
        <p:sp>
          <p:nvSpPr>
            <p:cNvPr id="51" name="Rectangle 50">
              <a:extLst>
                <a:ext uri="{FF2B5EF4-FFF2-40B4-BE49-F238E27FC236}">
                  <a16:creationId xmlns:a16="http://schemas.microsoft.com/office/drawing/2014/main" id="{81A5080B-EAC4-4530-815C-DE8DACA09D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4667345-04B5-4757-9CE0-969DC1DE5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Freeform: Shape 53">
            <a:extLst>
              <a:ext uri="{FF2B5EF4-FFF2-40B4-BE49-F238E27FC236}">
                <a16:creationId xmlns:a16="http://schemas.microsoft.com/office/drawing/2014/main" id="{F6E412EF-CF39-4C25-85B0-DB30B1B0A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96039"/>
            <a:ext cx="2234224" cy="333335"/>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56" name="Freeform: Shape 55">
            <a:extLst>
              <a:ext uri="{FF2B5EF4-FFF2-40B4-BE49-F238E27FC236}">
                <a16:creationId xmlns:a16="http://schemas.microsoft.com/office/drawing/2014/main" id="{E8DA6235-17F2-4C9E-88C6-C5D38D8D3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423721"/>
            <a:ext cx="2234224" cy="333335"/>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58" name="Rectangle 57">
            <a:extLst>
              <a:ext uri="{FF2B5EF4-FFF2-40B4-BE49-F238E27FC236}">
                <a16:creationId xmlns:a16="http://schemas.microsoft.com/office/drawing/2014/main" id="{B55DEF71-1741-4489-8E77-46FC5BAA6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3392" y="1464889"/>
            <a:ext cx="5800682" cy="5109811"/>
          </a:xfrm>
          <a:prstGeom prst="rect">
            <a:avLst/>
          </a:prstGeom>
          <a:solidFill>
            <a:schemeClr val="tx1"/>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2347B6D-A7CC-48EB-861F-917D0D61E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3392" y="1464889"/>
            <a:ext cx="5800682" cy="5109811"/>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7A0A46D-CC9B-4E32-870A-7BC2DF940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2740" y="5228510"/>
            <a:ext cx="383930" cy="383929"/>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4" name="Oval 63">
            <a:extLst>
              <a:ext uri="{FF2B5EF4-FFF2-40B4-BE49-F238E27FC236}">
                <a16:creationId xmlns:a16="http://schemas.microsoft.com/office/drawing/2014/main" id="{9178722E-1BD0-427E-BAAE-4F206DAB5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2740" y="5228510"/>
            <a:ext cx="383930" cy="383929"/>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33" name="Picture 32" descr="Hands wearing blue gloves holding a hard drive&#10;&#10;AI-generated content may be incorrect.">
            <a:extLst>
              <a:ext uri="{FF2B5EF4-FFF2-40B4-BE49-F238E27FC236}">
                <a16:creationId xmlns:a16="http://schemas.microsoft.com/office/drawing/2014/main" id="{D6371B2E-4F8C-6CEA-996B-B767945B3E8C}"/>
              </a:ext>
            </a:extLst>
          </p:cNvPr>
          <p:cNvPicPr>
            <a:picLocks noChangeAspect="1"/>
          </p:cNvPicPr>
          <p:nvPr/>
        </p:nvPicPr>
        <p:blipFill>
          <a:blip r:embed="rId3"/>
          <a:srcRect l="18424" r="18424"/>
          <a:stretch>
            <a:fillRect/>
          </a:stretch>
        </p:blipFill>
        <p:spPr>
          <a:xfrm>
            <a:off x="2040026" y="2037491"/>
            <a:ext cx="5007414" cy="3964606"/>
          </a:xfrm>
          <a:prstGeom prst="rect">
            <a:avLst/>
          </a:prstGeom>
          <a:ln w="28575">
            <a:noFill/>
          </a:ln>
        </p:spPr>
      </p:pic>
      <p:sp>
        <p:nvSpPr>
          <p:cNvPr id="66" name="Graphic 212">
            <a:extLst>
              <a:ext uri="{FF2B5EF4-FFF2-40B4-BE49-F238E27FC236}">
                <a16:creationId xmlns:a16="http://schemas.microsoft.com/office/drawing/2014/main" id="{A753B935-E3DD-466D-BFAC-68E0BE02D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365" y="1030723"/>
            <a:ext cx="832083" cy="83208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68" name="Graphic 212">
            <a:extLst>
              <a:ext uri="{FF2B5EF4-FFF2-40B4-BE49-F238E27FC236}">
                <a16:creationId xmlns:a16="http://schemas.microsoft.com/office/drawing/2014/main" id="{FB034F26-4148-4B59-B493-14D7A9A8B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365" y="1030723"/>
            <a:ext cx="832083" cy="832083"/>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70" name="Graphic 185">
            <a:extLst>
              <a:ext uri="{FF2B5EF4-FFF2-40B4-BE49-F238E27FC236}">
                <a16:creationId xmlns:a16="http://schemas.microsoft.com/office/drawing/2014/main" id="{5E6BB5FD-DB7B-4BE3-BA45-1EF042115E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514330" y="7184476"/>
            <a:ext cx="1265357" cy="563627"/>
            <a:chOff x="9841624" y="4115729"/>
            <a:chExt cx="602169" cy="268223"/>
          </a:xfrm>
          <a:solidFill>
            <a:schemeClr val="bg1"/>
          </a:solidFill>
        </p:grpSpPr>
        <p:sp>
          <p:nvSpPr>
            <p:cNvPr id="71" name="Freeform: Shape 70">
              <a:extLst>
                <a:ext uri="{FF2B5EF4-FFF2-40B4-BE49-F238E27FC236}">
                  <a16:creationId xmlns:a16="http://schemas.microsoft.com/office/drawing/2014/main" id="{9929FF76-4B3A-4294-BE6E-B507B22D1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253C18A4-10CC-4E91-A8A2-D5368972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356AC2F-73E0-44FD-B346-A209D274D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95A85581-9712-414C-82D4-2FE96ACB2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B0828F2-35E7-4424-8082-6C258B676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2" name="Text 0">
            <a:extLst>
              <a:ext uri="{FF2B5EF4-FFF2-40B4-BE49-F238E27FC236}">
                <a16:creationId xmlns:a16="http://schemas.microsoft.com/office/drawing/2014/main" id="{2DCC2D9C-4943-0925-3386-4643C8085CB5}"/>
              </a:ext>
            </a:extLst>
          </p:cNvPr>
          <p:cNvSpPr/>
          <p:nvPr/>
        </p:nvSpPr>
        <p:spPr>
          <a:xfrm>
            <a:off x="8289294" y="952327"/>
            <a:ext cx="4539020" cy="49613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900"/>
              </a:lnSpc>
              <a:buNone/>
            </a:pPr>
            <a:r>
              <a:rPr lang="en-US" sz="3100">
                <a:solidFill>
                  <a:srgbClr val="FFFFFF"/>
                </a:solidFill>
                <a:latin typeface="Noto Serif"/>
                <a:ea typeface="Noto Serif Medium" pitchFamily="34" charset="-122"/>
                <a:cs typeface="Noto Serif Medium" pitchFamily="34" charset="-120"/>
              </a:rPr>
              <a:t>YouTube Data Retrieval</a:t>
            </a:r>
            <a:endParaRPr lang="en-US" sz="3100">
              <a:solidFill>
                <a:srgbClr val="FFFFFF"/>
              </a:solidFill>
              <a:latin typeface="Noto Serif"/>
            </a:endParaRPr>
          </a:p>
        </p:txBody>
      </p:sp>
      <p:grpSp>
        <p:nvGrpSpPr>
          <p:cNvPr id="34" name="Group 33">
            <a:extLst>
              <a:ext uri="{FF2B5EF4-FFF2-40B4-BE49-F238E27FC236}">
                <a16:creationId xmlns:a16="http://schemas.microsoft.com/office/drawing/2014/main" id="{57169463-F072-4648-9A3F-4722F91BD56B}"/>
              </a:ext>
            </a:extLst>
          </p:cNvPr>
          <p:cNvGrpSpPr/>
          <p:nvPr/>
        </p:nvGrpSpPr>
        <p:grpSpPr>
          <a:xfrm>
            <a:off x="7965816" y="2208829"/>
            <a:ext cx="5807906" cy="4409107"/>
            <a:chOff x="6461760" y="2051090"/>
            <a:chExt cx="7193280" cy="5315068"/>
          </a:xfrm>
        </p:grpSpPr>
        <p:sp>
          <p:nvSpPr>
            <p:cNvPr id="36" name="Text 5">
              <a:extLst>
                <a:ext uri="{FF2B5EF4-FFF2-40B4-BE49-F238E27FC236}">
                  <a16:creationId xmlns:a16="http://schemas.microsoft.com/office/drawing/2014/main" id="{2743A8B0-FEAB-6234-6877-D000100D7FBC}"/>
                </a:ext>
              </a:extLst>
            </p:cNvPr>
            <p:cNvSpPr/>
            <p:nvPr/>
          </p:nvSpPr>
          <p:spPr>
            <a:xfrm>
              <a:off x="6461760" y="2051090"/>
              <a:ext cx="1984653" cy="24800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950"/>
                </a:lnSpc>
                <a:buNone/>
              </a:pPr>
              <a:r>
                <a:rPr lang="en-US" sz="1550">
                  <a:solidFill>
                    <a:srgbClr val="FFFFFF"/>
                  </a:solidFill>
                  <a:latin typeface="Noto Serif Medium" pitchFamily="34" charset="0"/>
                  <a:ea typeface="Noto Serif Medium" pitchFamily="34" charset="-122"/>
                  <a:cs typeface="Noto Serif Medium" pitchFamily="34" charset="-120"/>
                </a:rPr>
                <a:t>API Configuration</a:t>
              </a:r>
              <a:endParaRPr lang="en-US" sz="1550">
                <a:solidFill>
                  <a:srgbClr val="FFFFFF"/>
                </a:solidFill>
              </a:endParaRPr>
            </a:p>
          </p:txBody>
        </p:sp>
        <p:sp>
          <p:nvSpPr>
            <p:cNvPr id="38" name="Text 6">
              <a:extLst>
                <a:ext uri="{FF2B5EF4-FFF2-40B4-BE49-F238E27FC236}">
                  <a16:creationId xmlns:a16="http://schemas.microsoft.com/office/drawing/2014/main" id="{9842C227-6554-40A9-971C-2E6D10DAF73C}"/>
                </a:ext>
              </a:extLst>
            </p:cNvPr>
            <p:cNvSpPr/>
            <p:nvPr/>
          </p:nvSpPr>
          <p:spPr>
            <a:xfrm>
              <a:off x="6461760" y="2394347"/>
              <a:ext cx="7193280" cy="2540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250">
                  <a:solidFill>
                    <a:srgbClr val="FFFFFF"/>
                  </a:solidFill>
                  <a:latin typeface="Noto Serif"/>
                  <a:ea typeface="Noto Serif"/>
                  <a:cs typeface="Noto Serif"/>
                </a:rPr>
                <a:t>Connects to official YouTube Data API v3 with secure authentication using</a:t>
              </a:r>
            </a:p>
            <a:p>
              <a:pPr>
                <a:lnSpc>
                  <a:spcPts val="2000"/>
                </a:lnSpc>
              </a:pPr>
              <a:r>
                <a:rPr lang="en-US" sz="1250">
                  <a:solidFill>
                    <a:srgbClr val="FFFFFF"/>
                  </a:solidFill>
                  <a:latin typeface="Noto Serif"/>
                  <a:ea typeface="Noto Serif"/>
                  <a:cs typeface="Noto Serif"/>
                </a:rPr>
                <a:t> YOUTUBE_API_KEY.</a:t>
              </a:r>
            </a:p>
          </p:txBody>
        </p:sp>
        <p:sp>
          <p:nvSpPr>
            <p:cNvPr id="46" name="Text 11">
              <a:extLst>
                <a:ext uri="{FF2B5EF4-FFF2-40B4-BE49-F238E27FC236}">
                  <a16:creationId xmlns:a16="http://schemas.microsoft.com/office/drawing/2014/main" id="{8CF2A605-8D51-9B6E-E319-D52E0050FEDA}"/>
                </a:ext>
              </a:extLst>
            </p:cNvPr>
            <p:cNvSpPr/>
            <p:nvPr/>
          </p:nvSpPr>
          <p:spPr>
            <a:xfrm>
              <a:off x="6461760" y="3623667"/>
              <a:ext cx="1984653" cy="24800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950"/>
                </a:lnSpc>
                <a:buNone/>
              </a:pPr>
              <a:r>
                <a:rPr lang="en-US" sz="1550">
                  <a:solidFill>
                    <a:srgbClr val="FFFFFF"/>
                  </a:solidFill>
                  <a:latin typeface="Noto Serif Medium" pitchFamily="34" charset="0"/>
                  <a:ea typeface="Noto Serif Medium" pitchFamily="34" charset="-122"/>
                  <a:cs typeface="Noto Serif Medium" pitchFamily="34" charset="-120"/>
                </a:rPr>
                <a:t>Search Parameters</a:t>
              </a:r>
              <a:endParaRPr lang="en-US" sz="1550">
                <a:solidFill>
                  <a:srgbClr val="FFFFFF"/>
                </a:solidFill>
              </a:endParaRPr>
            </a:p>
          </p:txBody>
        </p:sp>
        <p:sp>
          <p:nvSpPr>
            <p:cNvPr id="47" name="Text 12">
              <a:extLst>
                <a:ext uri="{FF2B5EF4-FFF2-40B4-BE49-F238E27FC236}">
                  <a16:creationId xmlns:a16="http://schemas.microsoft.com/office/drawing/2014/main" id="{0B8F79FA-39C3-2FA9-443D-8271A3AAF9D8}"/>
                </a:ext>
              </a:extLst>
            </p:cNvPr>
            <p:cNvSpPr/>
            <p:nvPr/>
          </p:nvSpPr>
          <p:spPr>
            <a:xfrm>
              <a:off x="6461760" y="3966924"/>
              <a:ext cx="7193280" cy="2540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250">
                  <a:solidFill>
                    <a:srgbClr val="FFFFFF"/>
                  </a:solidFill>
                  <a:latin typeface="Noto Serif"/>
                  <a:ea typeface="Noto Serif"/>
                  <a:cs typeface="Noto Serif"/>
                </a:rPr>
                <a:t>Queries videos by topic and region, ordering results by </a:t>
              </a:r>
              <a:r>
                <a:rPr lang="en-US" sz="1250" err="1">
                  <a:solidFill>
                    <a:srgbClr val="FFFFFF"/>
                  </a:solidFill>
                  <a:latin typeface="Noto Serif"/>
                  <a:ea typeface="Noto Serif"/>
                  <a:cs typeface="Noto Serif"/>
                </a:rPr>
                <a:t>viewCount</a:t>
              </a:r>
              <a:r>
                <a:rPr lang="en-US" sz="1250">
                  <a:solidFill>
                    <a:srgbClr val="FFFFFF"/>
                  </a:solidFill>
                  <a:latin typeface="Noto Serif"/>
                  <a:ea typeface="Noto Serif"/>
                  <a:cs typeface="Noto Serif"/>
                </a:rPr>
                <a:t> to </a:t>
              </a:r>
            </a:p>
            <a:p>
              <a:pPr marL="0" indent="0" algn="l">
                <a:lnSpc>
                  <a:spcPts val="2000"/>
                </a:lnSpc>
                <a:buNone/>
              </a:pPr>
              <a:r>
                <a:rPr lang="en-US" sz="1250">
                  <a:solidFill>
                    <a:srgbClr val="FFFFFF"/>
                  </a:solidFill>
                  <a:latin typeface="Noto Serif"/>
                  <a:ea typeface="Noto Serif"/>
                  <a:cs typeface="Noto Serif"/>
                </a:rPr>
                <a:t>identify trending content.</a:t>
              </a:r>
            </a:p>
          </p:txBody>
        </p:sp>
        <p:sp>
          <p:nvSpPr>
            <p:cNvPr id="59" name="Text 17">
              <a:extLst>
                <a:ext uri="{FF2B5EF4-FFF2-40B4-BE49-F238E27FC236}">
                  <a16:creationId xmlns:a16="http://schemas.microsoft.com/office/drawing/2014/main" id="{7D49F27C-C795-F0E7-D81A-B0E43778A916}"/>
                </a:ext>
              </a:extLst>
            </p:cNvPr>
            <p:cNvSpPr/>
            <p:nvPr/>
          </p:nvSpPr>
          <p:spPr>
            <a:xfrm>
              <a:off x="6461760" y="5196245"/>
              <a:ext cx="2022872" cy="24800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950"/>
                </a:lnSpc>
                <a:buNone/>
              </a:pPr>
              <a:r>
                <a:rPr lang="en-US" sz="1550">
                  <a:solidFill>
                    <a:srgbClr val="FFFFFF"/>
                  </a:solidFill>
                  <a:latin typeface="Noto Serif Medium" pitchFamily="34" charset="0"/>
                  <a:ea typeface="Noto Serif Medium" pitchFamily="34" charset="-122"/>
                  <a:cs typeface="Noto Serif Medium" pitchFamily="34" charset="-120"/>
                </a:rPr>
                <a:t>Data Transformation</a:t>
              </a:r>
              <a:endParaRPr lang="en-US" sz="1550">
                <a:solidFill>
                  <a:srgbClr val="FFFFFF"/>
                </a:solidFill>
              </a:endParaRPr>
            </a:p>
          </p:txBody>
        </p:sp>
        <p:sp>
          <p:nvSpPr>
            <p:cNvPr id="61" name="Text 18">
              <a:extLst>
                <a:ext uri="{FF2B5EF4-FFF2-40B4-BE49-F238E27FC236}">
                  <a16:creationId xmlns:a16="http://schemas.microsoft.com/office/drawing/2014/main" id="{1BADB3F5-D3A1-4AFD-8F4D-E6681B8DC628}"/>
                </a:ext>
              </a:extLst>
            </p:cNvPr>
            <p:cNvSpPr/>
            <p:nvPr/>
          </p:nvSpPr>
          <p:spPr>
            <a:xfrm>
              <a:off x="6461760" y="5539502"/>
              <a:ext cx="7193280" cy="2540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250">
                  <a:solidFill>
                    <a:srgbClr val="FFFFFF"/>
                  </a:solidFill>
                  <a:latin typeface="Noto Serif"/>
                  <a:ea typeface="Noto Serif"/>
                  <a:cs typeface="Noto Serif"/>
                </a:rPr>
                <a:t>Parses JSON response, extracts titles, and constructs full YouTube URLs from </a:t>
              </a:r>
            </a:p>
            <a:p>
              <a:pPr marL="0" indent="0" algn="l">
                <a:lnSpc>
                  <a:spcPts val="2000"/>
                </a:lnSpc>
                <a:buNone/>
              </a:pPr>
              <a:r>
                <a:rPr lang="en-US" sz="1250" err="1">
                  <a:solidFill>
                    <a:srgbClr val="FFFFFF"/>
                  </a:solidFill>
                  <a:latin typeface="Noto Serif"/>
                  <a:ea typeface="Noto Serif"/>
                  <a:cs typeface="Noto Serif"/>
                </a:rPr>
                <a:t>videoId</a:t>
              </a:r>
              <a:r>
                <a:rPr lang="en-US" sz="1250">
                  <a:solidFill>
                    <a:srgbClr val="FFFFFF"/>
                  </a:solidFill>
                  <a:latin typeface="Noto Serif"/>
                  <a:ea typeface="Noto Serif"/>
                  <a:cs typeface="Noto Serif"/>
                </a:rPr>
                <a:t>.</a:t>
              </a:r>
            </a:p>
          </p:txBody>
        </p:sp>
        <p:sp>
          <p:nvSpPr>
            <p:cNvPr id="76" name="Text 23">
              <a:extLst>
                <a:ext uri="{FF2B5EF4-FFF2-40B4-BE49-F238E27FC236}">
                  <a16:creationId xmlns:a16="http://schemas.microsoft.com/office/drawing/2014/main" id="{76828008-7BC6-2911-4F44-E80AE51D7948}"/>
                </a:ext>
              </a:extLst>
            </p:cNvPr>
            <p:cNvSpPr/>
            <p:nvPr/>
          </p:nvSpPr>
          <p:spPr>
            <a:xfrm>
              <a:off x="6461760" y="6768822"/>
              <a:ext cx="1984653" cy="24800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950"/>
                </a:lnSpc>
                <a:buNone/>
              </a:pPr>
              <a:r>
                <a:rPr lang="en-US" sz="1550">
                  <a:solidFill>
                    <a:srgbClr val="FFFFFF"/>
                  </a:solidFill>
                  <a:latin typeface="Noto Serif Medium" pitchFamily="34" charset="0"/>
                  <a:ea typeface="Noto Serif Medium" pitchFamily="34" charset="-122"/>
                  <a:cs typeface="Noto Serif Medium" pitchFamily="34" charset="-120"/>
                </a:rPr>
                <a:t>Clean Output</a:t>
              </a:r>
              <a:endParaRPr lang="en-US" sz="1550">
                <a:solidFill>
                  <a:srgbClr val="FFFFFF"/>
                </a:solidFill>
              </a:endParaRPr>
            </a:p>
          </p:txBody>
        </p:sp>
        <p:sp>
          <p:nvSpPr>
            <p:cNvPr id="77" name="Text 24">
              <a:extLst>
                <a:ext uri="{FF2B5EF4-FFF2-40B4-BE49-F238E27FC236}">
                  <a16:creationId xmlns:a16="http://schemas.microsoft.com/office/drawing/2014/main" id="{D0D843EC-443E-ACE8-753E-5CA0A463783D}"/>
                </a:ext>
              </a:extLst>
            </p:cNvPr>
            <p:cNvSpPr/>
            <p:nvPr/>
          </p:nvSpPr>
          <p:spPr>
            <a:xfrm>
              <a:off x="6461760" y="7112079"/>
              <a:ext cx="7193280" cy="2540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sz="1250">
                  <a:solidFill>
                    <a:srgbClr val="FFFFFF"/>
                  </a:solidFill>
                  <a:latin typeface="Noto Serif" pitchFamily="34" charset="0"/>
                  <a:ea typeface="Noto Serif" pitchFamily="34" charset="-122"/>
                  <a:cs typeface="Noto Serif" pitchFamily="34" charset="-120"/>
                </a:rPr>
                <a:t>Returns formatted list of dictionaries containing video titles and clickable URLs.</a:t>
              </a:r>
              <a:endParaRPr lang="en-US" sz="1250">
                <a:solidFill>
                  <a:srgbClr val="FFFFFF"/>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 y="0"/>
            <a:ext cx="14626743"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250434" y="1"/>
            <a:ext cx="1362079" cy="573596"/>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Oval 3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5572" y="3149374"/>
            <a:ext cx="974912" cy="974913"/>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Block Arc 3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694900" y="1442873"/>
            <a:ext cx="2865120" cy="286512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Freeform: Shape 3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5572" y="0"/>
            <a:ext cx="2778301" cy="1861190"/>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37" name="Straight Connector 3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69565" y="1597886"/>
            <a:ext cx="0" cy="1917250"/>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06660" y="4934497"/>
            <a:ext cx="1423741" cy="212598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1" name="Arc 4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7304328" y="4974146"/>
            <a:ext cx="4900119" cy="4900120"/>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Freeform: Shape 4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5572" y="5955204"/>
            <a:ext cx="3172022" cy="2274397"/>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0">
            <a:extLst>
              <a:ext uri="{FF2B5EF4-FFF2-40B4-BE49-F238E27FC236}">
                <a16:creationId xmlns:a16="http://schemas.microsoft.com/office/drawing/2014/main" id="{289C99F2-DF19-6CA1-01BA-E42A77B0B29B}"/>
              </a:ext>
            </a:extLst>
          </p:cNvPr>
          <p:cNvSpPr/>
          <p:nvPr/>
        </p:nvSpPr>
        <p:spPr>
          <a:xfrm>
            <a:off x="355908" y="879357"/>
            <a:ext cx="6374501"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450">
                <a:solidFill>
                  <a:srgbClr val="FFFFFF"/>
                </a:solidFill>
                <a:latin typeface="Noto Serif Medium" pitchFamily="34" charset="0"/>
                <a:ea typeface="Noto Serif Medium" pitchFamily="34" charset="-122"/>
                <a:cs typeface="Noto Serif Medium" pitchFamily="34" charset="-120"/>
              </a:rPr>
              <a:t>Security &amp; Best Practices</a:t>
            </a:r>
            <a:endParaRPr lang="en-US" sz="4450">
              <a:solidFill>
                <a:srgbClr val="FFFFFF"/>
              </a:solidFill>
            </a:endParaRPr>
          </a:p>
        </p:txBody>
      </p:sp>
      <p:grpSp>
        <p:nvGrpSpPr>
          <p:cNvPr id="24" name="Group 23">
            <a:extLst>
              <a:ext uri="{FF2B5EF4-FFF2-40B4-BE49-F238E27FC236}">
                <a16:creationId xmlns:a16="http://schemas.microsoft.com/office/drawing/2014/main" id="{6278E8D3-E336-525C-98C8-D4B610333A84}"/>
              </a:ext>
            </a:extLst>
          </p:cNvPr>
          <p:cNvGrpSpPr/>
          <p:nvPr/>
        </p:nvGrpSpPr>
        <p:grpSpPr>
          <a:xfrm>
            <a:off x="259835" y="3390814"/>
            <a:ext cx="11865116" cy="4035385"/>
            <a:chOff x="1028224" y="3131939"/>
            <a:chExt cx="12573953" cy="4035385"/>
          </a:xfrm>
        </p:grpSpPr>
        <p:sp>
          <p:nvSpPr>
            <p:cNvPr id="25" name="Text 3">
              <a:extLst>
                <a:ext uri="{FF2B5EF4-FFF2-40B4-BE49-F238E27FC236}">
                  <a16:creationId xmlns:a16="http://schemas.microsoft.com/office/drawing/2014/main" id="{5468C61C-AEB7-4C71-8150-F3A31DA87107}"/>
                </a:ext>
              </a:extLst>
            </p:cNvPr>
            <p:cNvSpPr/>
            <p:nvPr/>
          </p:nvSpPr>
          <p:spPr>
            <a:xfrm>
              <a:off x="1028224" y="3131939"/>
              <a:ext cx="3182541"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Environment Variables</a:t>
              </a:r>
              <a:endParaRPr lang="en-US" sz="2200">
                <a:solidFill>
                  <a:srgbClr val="FFFFFF"/>
                </a:solidFill>
              </a:endParaRPr>
            </a:p>
          </p:txBody>
        </p:sp>
        <p:sp>
          <p:nvSpPr>
            <p:cNvPr id="26" name="Text 4">
              <a:extLst>
                <a:ext uri="{FF2B5EF4-FFF2-40B4-BE49-F238E27FC236}">
                  <a16:creationId xmlns:a16="http://schemas.microsoft.com/office/drawing/2014/main" id="{30BEAB64-CB77-5022-AB1D-94259A15DE0B}"/>
                </a:ext>
              </a:extLst>
            </p:cNvPr>
            <p:cNvSpPr/>
            <p:nvPr/>
          </p:nvSpPr>
          <p:spPr>
            <a:xfrm>
              <a:off x="1028224" y="3622358"/>
              <a:ext cx="5939076"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All API keys stored in .env file, loaded via python-dotenv, never hardcoded in source.</a:t>
              </a:r>
              <a:endParaRPr lang="en-US" sz="1750">
                <a:solidFill>
                  <a:srgbClr val="FFFFFF"/>
                </a:solidFill>
              </a:endParaRPr>
            </a:p>
          </p:txBody>
        </p:sp>
        <p:sp>
          <p:nvSpPr>
            <p:cNvPr id="28" name="Text 7">
              <a:extLst>
                <a:ext uri="{FF2B5EF4-FFF2-40B4-BE49-F238E27FC236}">
                  <a16:creationId xmlns:a16="http://schemas.microsoft.com/office/drawing/2014/main" id="{1AA8E30F-F313-F512-74DC-8F69652716B4}"/>
                </a:ext>
              </a:extLst>
            </p:cNvPr>
            <p:cNvSpPr/>
            <p:nvPr/>
          </p:nvSpPr>
          <p:spPr>
            <a:xfrm>
              <a:off x="7662982" y="3131939"/>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Startup Validation</a:t>
              </a:r>
              <a:endParaRPr lang="en-US" sz="2200">
                <a:solidFill>
                  <a:srgbClr val="FFFFFF"/>
                </a:solidFill>
              </a:endParaRPr>
            </a:p>
          </p:txBody>
        </p:sp>
        <p:sp>
          <p:nvSpPr>
            <p:cNvPr id="30" name="Text 8">
              <a:extLst>
                <a:ext uri="{FF2B5EF4-FFF2-40B4-BE49-F238E27FC236}">
                  <a16:creationId xmlns:a16="http://schemas.microsoft.com/office/drawing/2014/main" id="{3DFC0C00-BE59-C9CB-8AF1-CD40C698CE44}"/>
                </a:ext>
              </a:extLst>
            </p:cNvPr>
            <p:cNvSpPr/>
            <p:nvPr/>
          </p:nvSpPr>
          <p:spPr>
            <a:xfrm>
              <a:off x="7662982" y="3622358"/>
              <a:ext cx="5939195"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Application checks for required API keys on startup, failing fast if credentials missing.</a:t>
              </a:r>
              <a:endParaRPr lang="en-US" sz="1750">
                <a:solidFill>
                  <a:srgbClr val="FFFFFF"/>
                </a:solidFill>
              </a:endParaRPr>
            </a:p>
          </p:txBody>
        </p:sp>
        <p:sp>
          <p:nvSpPr>
            <p:cNvPr id="32" name="Text 11">
              <a:extLst>
                <a:ext uri="{FF2B5EF4-FFF2-40B4-BE49-F238E27FC236}">
                  <a16:creationId xmlns:a16="http://schemas.microsoft.com/office/drawing/2014/main" id="{30D3F8FC-2178-B4AD-8487-64FFFACCDE1B}"/>
                </a:ext>
              </a:extLst>
            </p:cNvPr>
            <p:cNvSpPr/>
            <p:nvPr/>
          </p:nvSpPr>
          <p:spPr>
            <a:xfrm>
              <a:off x="1028224" y="5951101"/>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Error Handling</a:t>
              </a:r>
              <a:endParaRPr lang="en-US" sz="2200">
                <a:solidFill>
                  <a:srgbClr val="FFFFFF"/>
                </a:solidFill>
              </a:endParaRPr>
            </a:p>
          </p:txBody>
        </p:sp>
        <p:sp>
          <p:nvSpPr>
            <p:cNvPr id="34" name="Text 12">
              <a:extLst>
                <a:ext uri="{FF2B5EF4-FFF2-40B4-BE49-F238E27FC236}">
                  <a16:creationId xmlns:a16="http://schemas.microsoft.com/office/drawing/2014/main" id="{B22135CA-5F79-F990-F1C2-64DEFA54C62B}"/>
                </a:ext>
              </a:extLst>
            </p:cNvPr>
            <p:cNvSpPr/>
            <p:nvPr/>
          </p:nvSpPr>
          <p:spPr>
            <a:xfrm>
              <a:off x="1028224" y="6441519"/>
              <a:ext cx="5939076"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Comprehensive try-except blocks catch network failures and API errors gracefully.</a:t>
              </a:r>
              <a:endParaRPr lang="en-US" sz="1750">
                <a:solidFill>
                  <a:srgbClr val="FFFFFF"/>
                </a:solidFill>
              </a:endParaRPr>
            </a:p>
          </p:txBody>
        </p:sp>
        <p:sp>
          <p:nvSpPr>
            <p:cNvPr id="36" name="Text 15">
              <a:extLst>
                <a:ext uri="{FF2B5EF4-FFF2-40B4-BE49-F238E27FC236}">
                  <a16:creationId xmlns:a16="http://schemas.microsoft.com/office/drawing/2014/main" id="{989B2C4B-B711-FCD7-ABF6-0145B9AD07D5}"/>
                </a:ext>
              </a:extLst>
            </p:cNvPr>
            <p:cNvSpPr/>
            <p:nvPr/>
          </p:nvSpPr>
          <p:spPr>
            <a:xfrm>
              <a:off x="7662982" y="5951101"/>
              <a:ext cx="3191589"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a:solidFill>
                    <a:srgbClr val="FFFFFF"/>
                  </a:solidFill>
                  <a:latin typeface="Noto Serif Medium" pitchFamily="34" charset="0"/>
                  <a:ea typeface="Noto Serif Medium" pitchFamily="34" charset="-122"/>
                  <a:cs typeface="Noto Serif Medium" pitchFamily="34" charset="-120"/>
                </a:rPr>
                <a:t>Separation of Concerns</a:t>
              </a:r>
              <a:endParaRPr lang="en-US" sz="2200">
                <a:solidFill>
                  <a:srgbClr val="FFFFFF"/>
                </a:solidFill>
              </a:endParaRPr>
            </a:p>
          </p:txBody>
        </p:sp>
        <p:sp>
          <p:nvSpPr>
            <p:cNvPr id="38" name="Text 16">
              <a:extLst>
                <a:ext uri="{FF2B5EF4-FFF2-40B4-BE49-F238E27FC236}">
                  <a16:creationId xmlns:a16="http://schemas.microsoft.com/office/drawing/2014/main" id="{F4EFD747-DD5B-AE30-4BBD-C39657FAB7B5}"/>
                </a:ext>
              </a:extLst>
            </p:cNvPr>
            <p:cNvSpPr/>
            <p:nvPr/>
          </p:nvSpPr>
          <p:spPr>
            <a:xfrm>
              <a:off x="7662982" y="6441519"/>
              <a:ext cx="5939195"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a:solidFill>
                    <a:srgbClr val="FFFFFF"/>
                  </a:solidFill>
                  <a:latin typeface="Noto Serif" pitchFamily="34" charset="0"/>
                  <a:ea typeface="Noto Serif" pitchFamily="34" charset="-122"/>
                  <a:cs typeface="Noto Serif" pitchFamily="34" charset="-120"/>
                </a:rPr>
                <a:t>Modular architecture isolates frontend, backend orchestration, and utility functions.</a:t>
              </a:r>
              <a:endParaRPr lang="en-US" sz="1750">
                <a:solidFill>
                  <a:srgbClr val="FFFFFF"/>
                </a:solidFill>
              </a:endParaRPr>
            </a:p>
          </p:txBody>
        </p:sp>
      </p:grpSp>
      <p:cxnSp>
        <p:nvCxnSpPr>
          <p:cNvPr id="40" name="Straight Arrow Connector 39">
            <a:extLst>
              <a:ext uri="{FF2B5EF4-FFF2-40B4-BE49-F238E27FC236}">
                <a16:creationId xmlns:a16="http://schemas.microsoft.com/office/drawing/2014/main" id="{4F85F54A-D521-7435-3878-E47199057349}"/>
              </a:ext>
            </a:extLst>
          </p:cNvPr>
          <p:cNvCxnSpPr/>
          <p:nvPr/>
        </p:nvCxnSpPr>
        <p:spPr>
          <a:xfrm flipV="1">
            <a:off x="241004" y="1630325"/>
            <a:ext cx="9994604" cy="35442"/>
          </a:xfrm>
          <a:prstGeom prst="straightConnector1">
            <a:avLst/>
          </a:prstGeom>
        </p:spPr>
        <p:style>
          <a:lnRef idx="3">
            <a:schemeClr val="accent6"/>
          </a:lnRef>
          <a:fillRef idx="0">
            <a:schemeClr val="accent6"/>
          </a:fillRef>
          <a:effectRef idx="2">
            <a:schemeClr val="accent6"/>
          </a:effectRef>
          <a:fontRef idx="minor">
            <a:schemeClr val="tx1"/>
          </a:fontRef>
        </p:style>
      </p:cxnSp>
      <p:cxnSp>
        <p:nvCxnSpPr>
          <p:cNvPr id="42" name="Straight Arrow Connector 41">
            <a:extLst>
              <a:ext uri="{FF2B5EF4-FFF2-40B4-BE49-F238E27FC236}">
                <a16:creationId xmlns:a16="http://schemas.microsoft.com/office/drawing/2014/main" id="{323B41A6-78C3-5EFE-28BD-D68843F6B984}"/>
              </a:ext>
            </a:extLst>
          </p:cNvPr>
          <p:cNvCxnSpPr>
            <a:cxnSpLocks/>
          </p:cNvCxnSpPr>
          <p:nvPr/>
        </p:nvCxnSpPr>
        <p:spPr>
          <a:xfrm flipV="1">
            <a:off x="4626360" y="1611107"/>
            <a:ext cx="10001043" cy="48320"/>
          </a:xfrm>
          <a:prstGeom prst="straightConnector1">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Triangle 2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92064" y="4003040"/>
            <a:ext cx="3950208" cy="384048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128" y="747930"/>
            <a:ext cx="13086064" cy="6729458"/>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0">
            <a:extLst>
              <a:ext uri="{FF2B5EF4-FFF2-40B4-BE49-F238E27FC236}">
                <a16:creationId xmlns:a16="http://schemas.microsoft.com/office/drawing/2014/main" id="{469E90A4-47DD-71F2-4CE9-AA2D44655928}"/>
              </a:ext>
            </a:extLst>
          </p:cNvPr>
          <p:cNvSpPr/>
          <p:nvPr/>
        </p:nvSpPr>
        <p:spPr>
          <a:xfrm>
            <a:off x="768032" y="748100"/>
            <a:ext cx="4820007" cy="602456"/>
          </a:xfrm>
          <a:prstGeom prst="rect">
            <a:avLst/>
          </a:prstGeom>
          <a:noFill/>
          <a:ln>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700"/>
              </a:lnSpc>
              <a:buNone/>
            </a:pPr>
            <a:r>
              <a:rPr lang="en-US" sz="3750">
                <a:solidFill>
                  <a:schemeClr val="bg1"/>
                </a:solidFill>
                <a:latin typeface="Noto Serif Medium"/>
                <a:ea typeface="Noto Serif Medium" pitchFamily="34" charset="-122"/>
                <a:cs typeface="Noto Serif Medium" pitchFamily="34" charset="-120"/>
              </a:rPr>
              <a:t>Data Flow Journey</a:t>
            </a:r>
            <a:endParaRPr lang="en-US" sz="3750">
              <a:solidFill>
                <a:schemeClr val="bg1"/>
              </a:solidFill>
              <a:latin typeface="Noto Serif Medium"/>
            </a:endParaRPr>
          </a:p>
        </p:txBody>
      </p:sp>
      <p:grpSp>
        <p:nvGrpSpPr>
          <p:cNvPr id="42" name="Group 41">
            <a:extLst>
              <a:ext uri="{FF2B5EF4-FFF2-40B4-BE49-F238E27FC236}">
                <a16:creationId xmlns:a16="http://schemas.microsoft.com/office/drawing/2014/main" id="{5C22B428-2D49-869C-79FB-95E4B630AB81}"/>
              </a:ext>
            </a:extLst>
          </p:cNvPr>
          <p:cNvGrpSpPr/>
          <p:nvPr/>
        </p:nvGrpSpPr>
        <p:grpSpPr>
          <a:xfrm>
            <a:off x="793790" y="1716762"/>
            <a:ext cx="13042820" cy="5784056"/>
            <a:chOff x="793790" y="1716762"/>
            <a:chExt cx="13042820" cy="5784056"/>
          </a:xfrm>
        </p:grpSpPr>
        <p:pic>
          <p:nvPicPr>
            <p:cNvPr id="24" name="Image 0">
              <a:extLst>
                <a:ext uri="{FF2B5EF4-FFF2-40B4-BE49-F238E27FC236}">
                  <a16:creationId xmlns:a16="http://schemas.microsoft.com/office/drawing/2014/main" id="{8E3BF3CC-EEC4-9FE5-7493-9DF0481F1362}"/>
                </a:ext>
              </a:extLst>
            </p:cNvPr>
            <p:cNvPicPr>
              <a:picLocks noChangeAspect="1"/>
            </p:cNvPicPr>
            <p:nvPr/>
          </p:nvPicPr>
          <p:blipFill>
            <a:blip r:embed="rId3"/>
            <a:stretch>
              <a:fillRect/>
            </a:stretch>
          </p:blipFill>
          <p:spPr>
            <a:xfrm>
              <a:off x="793790" y="1716762"/>
              <a:ext cx="963930" cy="1156811"/>
            </a:xfrm>
            <a:prstGeom prst="rect">
              <a:avLst/>
            </a:prstGeom>
          </p:spPr>
        </p:pic>
        <p:sp>
          <p:nvSpPr>
            <p:cNvPr id="26" name="Text 1">
              <a:extLst>
                <a:ext uri="{FF2B5EF4-FFF2-40B4-BE49-F238E27FC236}">
                  <a16:creationId xmlns:a16="http://schemas.microsoft.com/office/drawing/2014/main" id="{D03984DF-E64B-04D8-617B-BD61E1EECD89}"/>
                </a:ext>
              </a:extLst>
            </p:cNvPr>
            <p:cNvSpPr/>
            <p:nvPr/>
          </p:nvSpPr>
          <p:spPr>
            <a:xfrm>
              <a:off x="1950482" y="1909524"/>
              <a:ext cx="2409944" cy="3012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850">
                  <a:solidFill>
                    <a:srgbClr val="FFFFFF"/>
                  </a:solidFill>
                  <a:latin typeface="Noto Serif Medium" pitchFamily="34" charset="0"/>
                  <a:ea typeface="Noto Serif Medium" pitchFamily="34" charset="-122"/>
                  <a:cs typeface="Noto Serif Medium" pitchFamily="34" charset="-120"/>
                </a:rPr>
                <a:t>User Input</a:t>
              </a:r>
              <a:endParaRPr lang="en-US" sz="1850">
                <a:solidFill>
                  <a:srgbClr val="FFFFFF"/>
                </a:solidFill>
              </a:endParaRPr>
            </a:p>
          </p:txBody>
        </p:sp>
        <p:sp>
          <p:nvSpPr>
            <p:cNvPr id="28" name="Text 2">
              <a:extLst>
                <a:ext uri="{FF2B5EF4-FFF2-40B4-BE49-F238E27FC236}">
                  <a16:creationId xmlns:a16="http://schemas.microsoft.com/office/drawing/2014/main" id="{C88D2940-1A82-B89C-D125-A26C29D62D28}"/>
                </a:ext>
              </a:extLst>
            </p:cNvPr>
            <p:cNvSpPr/>
            <p:nvPr/>
          </p:nvSpPr>
          <p:spPr>
            <a:xfrm>
              <a:off x="1950482" y="2326362"/>
              <a:ext cx="11886128" cy="30837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500">
                  <a:solidFill>
                    <a:srgbClr val="FFFFFF"/>
                  </a:solidFill>
                  <a:latin typeface="Noto Serif" pitchFamily="34" charset="0"/>
                  <a:ea typeface="Noto Serif" pitchFamily="34" charset="-122"/>
                  <a:cs typeface="Noto Serif" pitchFamily="34" charset="-120"/>
                </a:rPr>
                <a:t>User enters topic, audience, and region in Streamlit interface.</a:t>
              </a:r>
              <a:endParaRPr lang="en-US" sz="1500">
                <a:solidFill>
                  <a:srgbClr val="FFFFFF"/>
                </a:solidFill>
              </a:endParaRPr>
            </a:p>
          </p:txBody>
        </p:sp>
        <p:pic>
          <p:nvPicPr>
            <p:cNvPr id="30" name="Image 1">
              <a:extLst>
                <a:ext uri="{FF2B5EF4-FFF2-40B4-BE49-F238E27FC236}">
                  <a16:creationId xmlns:a16="http://schemas.microsoft.com/office/drawing/2014/main" id="{7422FE03-9908-F081-6611-950E909FA6E3}"/>
                </a:ext>
              </a:extLst>
            </p:cNvPr>
            <p:cNvPicPr>
              <a:picLocks noChangeAspect="1"/>
            </p:cNvPicPr>
            <p:nvPr/>
          </p:nvPicPr>
          <p:blipFill>
            <a:blip r:embed="rId3"/>
            <a:stretch>
              <a:fillRect/>
            </a:stretch>
          </p:blipFill>
          <p:spPr>
            <a:xfrm>
              <a:off x="793790" y="2873573"/>
              <a:ext cx="963930" cy="1156811"/>
            </a:xfrm>
            <a:prstGeom prst="rect">
              <a:avLst/>
            </a:prstGeom>
          </p:spPr>
        </p:pic>
        <p:sp>
          <p:nvSpPr>
            <p:cNvPr id="31" name="Text 3">
              <a:extLst>
                <a:ext uri="{FF2B5EF4-FFF2-40B4-BE49-F238E27FC236}">
                  <a16:creationId xmlns:a16="http://schemas.microsoft.com/office/drawing/2014/main" id="{A4C03F87-03CC-2658-5766-7279678A4405}"/>
                </a:ext>
              </a:extLst>
            </p:cNvPr>
            <p:cNvSpPr/>
            <p:nvPr/>
          </p:nvSpPr>
          <p:spPr>
            <a:xfrm>
              <a:off x="1950482" y="3066336"/>
              <a:ext cx="2409944" cy="3012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850">
                  <a:solidFill>
                    <a:srgbClr val="FFFFFF"/>
                  </a:solidFill>
                  <a:latin typeface="Noto Serif Medium" pitchFamily="34" charset="0"/>
                  <a:ea typeface="Noto Serif Medium" pitchFamily="34" charset="-122"/>
                  <a:cs typeface="Noto Serif Medium" pitchFamily="34" charset="-120"/>
                </a:rPr>
                <a:t>Frontend Request</a:t>
              </a:r>
              <a:endParaRPr lang="en-US" sz="1850">
                <a:solidFill>
                  <a:srgbClr val="FFFFFF"/>
                </a:solidFill>
              </a:endParaRPr>
            </a:p>
          </p:txBody>
        </p:sp>
        <p:sp>
          <p:nvSpPr>
            <p:cNvPr id="32" name="Text 4">
              <a:extLst>
                <a:ext uri="{FF2B5EF4-FFF2-40B4-BE49-F238E27FC236}">
                  <a16:creationId xmlns:a16="http://schemas.microsoft.com/office/drawing/2014/main" id="{2018E990-3D37-1360-FDC4-7C87213877BF}"/>
                </a:ext>
              </a:extLst>
            </p:cNvPr>
            <p:cNvSpPr/>
            <p:nvPr/>
          </p:nvSpPr>
          <p:spPr>
            <a:xfrm>
              <a:off x="1950482" y="3483173"/>
              <a:ext cx="11886128" cy="30837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500">
                  <a:solidFill>
                    <a:srgbClr val="FFFFFF"/>
                  </a:solidFill>
                  <a:latin typeface="Noto Serif" pitchFamily="34" charset="0"/>
                  <a:ea typeface="Noto Serif" pitchFamily="34" charset="-122"/>
                  <a:cs typeface="Noto Serif" pitchFamily="34" charset="-120"/>
                </a:rPr>
                <a:t>Streamlit sends GET request with parameters to FastAPI backend.</a:t>
              </a:r>
              <a:endParaRPr lang="en-US" sz="1500">
                <a:solidFill>
                  <a:srgbClr val="FFFFFF"/>
                </a:solidFill>
              </a:endParaRPr>
            </a:p>
          </p:txBody>
        </p:sp>
        <p:pic>
          <p:nvPicPr>
            <p:cNvPr id="33" name="Image 2">
              <a:extLst>
                <a:ext uri="{FF2B5EF4-FFF2-40B4-BE49-F238E27FC236}">
                  <a16:creationId xmlns:a16="http://schemas.microsoft.com/office/drawing/2014/main" id="{F108C337-1A43-2594-6B8E-710C36EEE8E2}"/>
                </a:ext>
              </a:extLst>
            </p:cNvPr>
            <p:cNvPicPr>
              <a:picLocks noChangeAspect="1"/>
            </p:cNvPicPr>
            <p:nvPr/>
          </p:nvPicPr>
          <p:blipFill>
            <a:blip r:embed="rId3"/>
            <a:stretch>
              <a:fillRect/>
            </a:stretch>
          </p:blipFill>
          <p:spPr>
            <a:xfrm>
              <a:off x="793790" y="4030385"/>
              <a:ext cx="963930" cy="1156811"/>
            </a:xfrm>
            <a:prstGeom prst="rect">
              <a:avLst/>
            </a:prstGeom>
          </p:spPr>
        </p:pic>
        <p:sp>
          <p:nvSpPr>
            <p:cNvPr id="34" name="Text 5">
              <a:extLst>
                <a:ext uri="{FF2B5EF4-FFF2-40B4-BE49-F238E27FC236}">
                  <a16:creationId xmlns:a16="http://schemas.microsoft.com/office/drawing/2014/main" id="{A64CCFA7-C455-52F6-1C92-7A7BFE3EED1E}"/>
                </a:ext>
              </a:extLst>
            </p:cNvPr>
            <p:cNvSpPr/>
            <p:nvPr/>
          </p:nvSpPr>
          <p:spPr>
            <a:xfrm>
              <a:off x="1950482" y="4223147"/>
              <a:ext cx="2409944" cy="3012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850">
                  <a:solidFill>
                    <a:srgbClr val="FFFFFF"/>
                  </a:solidFill>
                  <a:latin typeface="Noto Serif Medium" pitchFamily="34" charset="0"/>
                  <a:ea typeface="Noto Serif Medium" pitchFamily="34" charset="-122"/>
                  <a:cs typeface="Noto Serif Medium" pitchFamily="34" charset="-120"/>
                </a:rPr>
                <a:t>Data Gathering</a:t>
              </a:r>
              <a:endParaRPr lang="en-US" sz="1850">
                <a:solidFill>
                  <a:srgbClr val="FFFFFF"/>
                </a:solidFill>
              </a:endParaRPr>
            </a:p>
          </p:txBody>
        </p:sp>
        <p:sp>
          <p:nvSpPr>
            <p:cNvPr id="35" name="Text 6">
              <a:extLst>
                <a:ext uri="{FF2B5EF4-FFF2-40B4-BE49-F238E27FC236}">
                  <a16:creationId xmlns:a16="http://schemas.microsoft.com/office/drawing/2014/main" id="{FF8D456A-3004-02B5-05C7-CA0F968DF899}"/>
                </a:ext>
              </a:extLst>
            </p:cNvPr>
            <p:cNvSpPr/>
            <p:nvPr/>
          </p:nvSpPr>
          <p:spPr>
            <a:xfrm>
              <a:off x="1950482" y="4639985"/>
              <a:ext cx="11886128" cy="30837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500">
                  <a:solidFill>
                    <a:srgbClr val="FFFFFF"/>
                  </a:solidFill>
                  <a:latin typeface="Noto Serif" pitchFamily="34" charset="0"/>
                  <a:ea typeface="Noto Serif" pitchFamily="34" charset="-122"/>
                  <a:cs typeface="Noto Serif" pitchFamily="34" charset="-120"/>
                </a:rPr>
                <a:t>Backend calls utility modules to fetch trends and videos from external APIs.</a:t>
              </a:r>
              <a:endParaRPr lang="en-US" sz="1500">
                <a:solidFill>
                  <a:srgbClr val="FFFFFF"/>
                </a:solidFill>
              </a:endParaRPr>
            </a:p>
          </p:txBody>
        </p:sp>
        <p:pic>
          <p:nvPicPr>
            <p:cNvPr id="36" name="Image 3">
              <a:extLst>
                <a:ext uri="{FF2B5EF4-FFF2-40B4-BE49-F238E27FC236}">
                  <a16:creationId xmlns:a16="http://schemas.microsoft.com/office/drawing/2014/main" id="{505CA696-1464-A1DE-1A6A-A041AF107D87}"/>
                </a:ext>
              </a:extLst>
            </p:cNvPr>
            <p:cNvPicPr>
              <a:picLocks noChangeAspect="1"/>
            </p:cNvPicPr>
            <p:nvPr/>
          </p:nvPicPr>
          <p:blipFill>
            <a:blip r:embed="rId3"/>
            <a:stretch>
              <a:fillRect/>
            </a:stretch>
          </p:blipFill>
          <p:spPr>
            <a:xfrm>
              <a:off x="793790" y="5187196"/>
              <a:ext cx="963930" cy="1156811"/>
            </a:xfrm>
            <a:prstGeom prst="rect">
              <a:avLst/>
            </a:prstGeom>
          </p:spPr>
        </p:pic>
        <p:sp>
          <p:nvSpPr>
            <p:cNvPr id="37" name="Text 7">
              <a:extLst>
                <a:ext uri="{FF2B5EF4-FFF2-40B4-BE49-F238E27FC236}">
                  <a16:creationId xmlns:a16="http://schemas.microsoft.com/office/drawing/2014/main" id="{BDA81235-78FE-119B-B92D-56E923EA0054}"/>
                </a:ext>
              </a:extLst>
            </p:cNvPr>
            <p:cNvSpPr/>
            <p:nvPr/>
          </p:nvSpPr>
          <p:spPr>
            <a:xfrm>
              <a:off x="1950482" y="5379958"/>
              <a:ext cx="2409944" cy="3012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850">
                  <a:solidFill>
                    <a:srgbClr val="FFFFFF"/>
                  </a:solidFill>
                  <a:latin typeface="Noto Serif Medium" pitchFamily="34" charset="0"/>
                  <a:ea typeface="Noto Serif Medium" pitchFamily="34" charset="-122"/>
                  <a:cs typeface="Noto Serif Medium" pitchFamily="34" charset="-120"/>
                </a:rPr>
                <a:t>AI Processing</a:t>
              </a:r>
              <a:endParaRPr lang="en-US" sz="1850">
                <a:solidFill>
                  <a:srgbClr val="FFFFFF"/>
                </a:solidFill>
              </a:endParaRPr>
            </a:p>
          </p:txBody>
        </p:sp>
        <p:sp>
          <p:nvSpPr>
            <p:cNvPr id="38" name="Text 8">
              <a:extLst>
                <a:ext uri="{FF2B5EF4-FFF2-40B4-BE49-F238E27FC236}">
                  <a16:creationId xmlns:a16="http://schemas.microsoft.com/office/drawing/2014/main" id="{713055FB-DEE5-B65C-60AB-984B9FDAEE62}"/>
                </a:ext>
              </a:extLst>
            </p:cNvPr>
            <p:cNvSpPr/>
            <p:nvPr/>
          </p:nvSpPr>
          <p:spPr>
            <a:xfrm>
              <a:off x="1950482" y="5796796"/>
              <a:ext cx="11886128" cy="30837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500">
                  <a:solidFill>
                    <a:srgbClr val="FFFFFF"/>
                  </a:solidFill>
                  <a:latin typeface="Noto Serif" pitchFamily="34" charset="0"/>
                  <a:ea typeface="Noto Serif" pitchFamily="34" charset="-122"/>
                  <a:cs typeface="Noto Serif" pitchFamily="34" charset="-120"/>
                </a:rPr>
                <a:t>Engineered prompt sent to EURI API, generating contextual video ideas.</a:t>
              </a:r>
              <a:endParaRPr lang="en-US" sz="1500">
                <a:solidFill>
                  <a:srgbClr val="FFFFFF"/>
                </a:solidFill>
              </a:endParaRPr>
            </a:p>
          </p:txBody>
        </p:sp>
        <p:pic>
          <p:nvPicPr>
            <p:cNvPr id="39" name="Image 4">
              <a:extLst>
                <a:ext uri="{FF2B5EF4-FFF2-40B4-BE49-F238E27FC236}">
                  <a16:creationId xmlns:a16="http://schemas.microsoft.com/office/drawing/2014/main" id="{58513561-46D2-9054-E1ED-67D9A75E1220}"/>
                </a:ext>
              </a:extLst>
            </p:cNvPr>
            <p:cNvPicPr>
              <a:picLocks noChangeAspect="1"/>
            </p:cNvPicPr>
            <p:nvPr/>
          </p:nvPicPr>
          <p:blipFill>
            <a:blip r:embed="rId3"/>
            <a:stretch>
              <a:fillRect/>
            </a:stretch>
          </p:blipFill>
          <p:spPr>
            <a:xfrm>
              <a:off x="793790" y="6344007"/>
              <a:ext cx="963930" cy="1156811"/>
            </a:xfrm>
            <a:prstGeom prst="rect">
              <a:avLst/>
            </a:prstGeom>
          </p:spPr>
        </p:pic>
        <p:sp>
          <p:nvSpPr>
            <p:cNvPr id="40" name="Text 9">
              <a:extLst>
                <a:ext uri="{FF2B5EF4-FFF2-40B4-BE49-F238E27FC236}">
                  <a16:creationId xmlns:a16="http://schemas.microsoft.com/office/drawing/2014/main" id="{2DE06A68-4A31-BA08-C8B1-BB96625686CD}"/>
                </a:ext>
              </a:extLst>
            </p:cNvPr>
            <p:cNvSpPr/>
            <p:nvPr/>
          </p:nvSpPr>
          <p:spPr>
            <a:xfrm>
              <a:off x="1950482" y="6536769"/>
              <a:ext cx="2409944" cy="3012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850">
                  <a:solidFill>
                    <a:srgbClr val="FFFFFF"/>
                  </a:solidFill>
                  <a:latin typeface="Noto Serif Medium" pitchFamily="34" charset="0"/>
                  <a:ea typeface="Noto Serif Medium" pitchFamily="34" charset="-122"/>
                  <a:cs typeface="Noto Serif Medium" pitchFamily="34" charset="-120"/>
                </a:rPr>
                <a:t>Response Delivery</a:t>
              </a:r>
              <a:endParaRPr lang="en-US" sz="1850">
                <a:solidFill>
                  <a:srgbClr val="FFFFFF"/>
                </a:solidFill>
              </a:endParaRPr>
            </a:p>
          </p:txBody>
        </p:sp>
        <p:sp>
          <p:nvSpPr>
            <p:cNvPr id="41" name="Text 10">
              <a:extLst>
                <a:ext uri="{FF2B5EF4-FFF2-40B4-BE49-F238E27FC236}">
                  <a16:creationId xmlns:a16="http://schemas.microsoft.com/office/drawing/2014/main" id="{6089A93F-6589-7993-C203-2A9AE3229C43}"/>
                </a:ext>
              </a:extLst>
            </p:cNvPr>
            <p:cNvSpPr/>
            <p:nvPr/>
          </p:nvSpPr>
          <p:spPr>
            <a:xfrm>
              <a:off x="1950482" y="6953607"/>
              <a:ext cx="11886128" cy="30837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500">
                  <a:solidFill>
                    <a:srgbClr val="FFFFFF"/>
                  </a:solidFill>
                  <a:latin typeface="Noto Serif" pitchFamily="34" charset="0"/>
                  <a:ea typeface="Noto Serif" pitchFamily="34" charset="-122"/>
                  <a:cs typeface="Noto Serif" pitchFamily="34" charset="-120"/>
                </a:rPr>
                <a:t>Complete JSON response returned to frontend for user display.</a:t>
              </a:r>
              <a:endParaRPr lang="en-US" sz="1500">
                <a:solidFill>
                  <a:srgbClr val="FFFFFF"/>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59" name="Group 58">
            <a:extLst>
              <a:ext uri="{FF2B5EF4-FFF2-40B4-BE49-F238E27FC236}">
                <a16:creationId xmlns:a16="http://schemas.microsoft.com/office/drawing/2014/main" id="{B29018A0-5DE6-4CC9-AB25-675616AF7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69280" cy="8229600"/>
            <a:chOff x="7467600" y="0"/>
            <a:chExt cx="4724400" cy="6858000"/>
          </a:xfrm>
        </p:grpSpPr>
        <p:sp>
          <p:nvSpPr>
            <p:cNvPr id="61" name="Rectangle 60">
              <a:extLst>
                <a:ext uri="{FF2B5EF4-FFF2-40B4-BE49-F238E27FC236}">
                  <a16:creationId xmlns:a16="http://schemas.microsoft.com/office/drawing/2014/main" id="{7D27820F-8F33-4F10-AFA0-72D2722D2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BAD5C302-E4AF-4B3F-818D-17AEA68E7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useBgFill="1">
        <p:nvSpPr>
          <p:cNvPr id="65" name="Rectangle 64">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0" y="548638"/>
            <a:ext cx="14081761" cy="7132323"/>
          </a:xfrm>
          <a:prstGeom prst="rect">
            <a:avLst/>
          </a:prstGeom>
          <a:solidFill>
            <a:schemeClr val="tx1"/>
          </a:solidFill>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3" name="Freeform: Shape 62">
            <a:extLst>
              <a:ext uri="{FF2B5EF4-FFF2-40B4-BE49-F238E27FC236}">
                <a16:creationId xmlns:a16="http://schemas.microsoft.com/office/drawing/2014/main" id="{8B88B599-C539-4F18-A32A-40207EC6E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69281" cy="8229600"/>
          </a:xfrm>
          <a:custGeom>
            <a:avLst/>
            <a:gdLst>
              <a:gd name="connsiteX0" fmla="*/ 369702 w 4724401"/>
              <a:gd name="connsiteY0" fmla="*/ 6712169 h 6858000"/>
              <a:gd name="connsiteX1" fmla="*/ 366575 w 4724401"/>
              <a:gd name="connsiteY1" fmla="*/ 6715556 h 6858000"/>
              <a:gd name="connsiteX2" fmla="*/ 371637 w 4724401"/>
              <a:gd name="connsiteY2" fmla="*/ 6713954 h 6858000"/>
              <a:gd name="connsiteX3" fmla="*/ 1019354 w 4724401"/>
              <a:gd name="connsiteY3" fmla="*/ 6315006 h 6858000"/>
              <a:gd name="connsiteX4" fmla="*/ 441046 w 4724401"/>
              <a:gd name="connsiteY4" fmla="*/ 6691153 h 6858000"/>
              <a:gd name="connsiteX5" fmla="*/ 1019354 w 4724401"/>
              <a:gd name="connsiteY5" fmla="*/ 6315006 h 6858000"/>
              <a:gd name="connsiteX6" fmla="*/ 991680 w 4724401"/>
              <a:gd name="connsiteY6" fmla="*/ 6298413 h 6858000"/>
              <a:gd name="connsiteX7" fmla="*/ 409060 w 4724401"/>
              <a:gd name="connsiteY7" fmla="*/ 6671470 h 6858000"/>
              <a:gd name="connsiteX8" fmla="*/ 991680 w 4724401"/>
              <a:gd name="connsiteY8" fmla="*/ 6298413 h 6858000"/>
              <a:gd name="connsiteX9" fmla="*/ 4724401 w 4724401"/>
              <a:gd name="connsiteY9" fmla="*/ 6289099 h 6858000"/>
              <a:gd name="connsiteX10" fmla="*/ 4724401 w 4724401"/>
              <a:gd name="connsiteY10" fmla="*/ 6407899 h 6858000"/>
              <a:gd name="connsiteX11" fmla="*/ 4689678 w 4724401"/>
              <a:gd name="connsiteY11" fmla="*/ 6440241 h 6858000"/>
              <a:gd name="connsiteX12" fmla="*/ 4477543 w 4724401"/>
              <a:gd name="connsiteY12" fmla="*/ 6674836 h 6858000"/>
              <a:gd name="connsiteX13" fmla="*/ 4329957 w 4724401"/>
              <a:gd name="connsiteY13" fmla="*/ 6858000 h 6858000"/>
              <a:gd name="connsiteX14" fmla="*/ 4218595 w 4724401"/>
              <a:gd name="connsiteY14" fmla="*/ 6858000 h 6858000"/>
              <a:gd name="connsiteX15" fmla="*/ 4368888 w 4724401"/>
              <a:gd name="connsiteY15" fmla="*/ 6668412 h 6858000"/>
              <a:gd name="connsiteX16" fmla="*/ 4563091 w 4724401"/>
              <a:gd name="connsiteY16" fmla="*/ 6442508 h 6858000"/>
              <a:gd name="connsiteX17" fmla="*/ 4660205 w 4724401"/>
              <a:gd name="connsiteY17" fmla="*/ 6345369 h 6858000"/>
              <a:gd name="connsiteX18" fmla="*/ 4724401 w 4724401"/>
              <a:gd name="connsiteY18" fmla="*/ 6198577 h 6858000"/>
              <a:gd name="connsiteX19" fmla="*/ 4724401 w 4724401"/>
              <a:gd name="connsiteY19" fmla="*/ 6238480 h 6858000"/>
              <a:gd name="connsiteX20" fmla="*/ 4689789 w 4724401"/>
              <a:gd name="connsiteY20" fmla="*/ 6268382 h 6858000"/>
              <a:gd name="connsiteX21" fmla="*/ 4418722 w 4724401"/>
              <a:gd name="connsiteY21" fmla="*/ 6570886 h 6858000"/>
              <a:gd name="connsiteX22" fmla="*/ 4214944 w 4724401"/>
              <a:gd name="connsiteY22" fmla="*/ 6858000 h 6858000"/>
              <a:gd name="connsiteX23" fmla="*/ 4177898 w 4724401"/>
              <a:gd name="connsiteY23" fmla="*/ 6858000 h 6858000"/>
              <a:gd name="connsiteX24" fmla="*/ 4391597 w 4724401"/>
              <a:gd name="connsiteY24" fmla="*/ 6556370 h 6858000"/>
              <a:gd name="connsiteX25" fmla="*/ 4668889 w 4724401"/>
              <a:gd name="connsiteY25" fmla="*/ 6246399 h 6858000"/>
              <a:gd name="connsiteX26" fmla="*/ 4724401 w 4724401"/>
              <a:gd name="connsiteY26" fmla="*/ 5924240 h 6858000"/>
              <a:gd name="connsiteX27" fmla="*/ 4724401 w 4724401"/>
              <a:gd name="connsiteY27" fmla="*/ 6044002 h 6858000"/>
              <a:gd name="connsiteX28" fmla="*/ 4695216 w 4724401"/>
              <a:gd name="connsiteY28" fmla="*/ 6071545 h 6858000"/>
              <a:gd name="connsiteX29" fmla="*/ 4317146 w 4724401"/>
              <a:gd name="connsiteY29" fmla="*/ 6587716 h 6858000"/>
              <a:gd name="connsiteX30" fmla="*/ 4171627 w 4724401"/>
              <a:gd name="connsiteY30" fmla="*/ 6858000 h 6858000"/>
              <a:gd name="connsiteX31" fmla="*/ 4081585 w 4724401"/>
              <a:gd name="connsiteY31" fmla="*/ 6858000 h 6858000"/>
              <a:gd name="connsiteX32" fmla="*/ 4238603 w 4724401"/>
              <a:gd name="connsiteY32" fmla="*/ 6559341 h 6858000"/>
              <a:gd name="connsiteX33" fmla="*/ 4620848 w 4724401"/>
              <a:gd name="connsiteY33" fmla="*/ 6021419 h 6858000"/>
              <a:gd name="connsiteX34" fmla="*/ 103333 w 4724401"/>
              <a:gd name="connsiteY34" fmla="*/ 5699602 h 6858000"/>
              <a:gd name="connsiteX35" fmla="*/ 233938 w 4724401"/>
              <a:gd name="connsiteY35" fmla="*/ 5809416 h 6858000"/>
              <a:gd name="connsiteX36" fmla="*/ 883580 w 4724401"/>
              <a:gd name="connsiteY36" fmla="*/ 6180710 h 6858000"/>
              <a:gd name="connsiteX37" fmla="*/ 487337 w 4724401"/>
              <a:gd name="connsiteY37" fmla="*/ 5950182 h 6858000"/>
              <a:gd name="connsiteX38" fmla="*/ 354051 w 4724401"/>
              <a:gd name="connsiteY38" fmla="*/ 5854912 h 6858000"/>
              <a:gd name="connsiteX39" fmla="*/ 195436 w 4724401"/>
              <a:gd name="connsiteY39" fmla="*/ 5755068 h 6858000"/>
              <a:gd name="connsiteX40" fmla="*/ 51253 w 4724401"/>
              <a:gd name="connsiteY40" fmla="*/ 5631825 h 6858000"/>
              <a:gd name="connsiteX41" fmla="*/ 211622 w 4724401"/>
              <a:gd name="connsiteY41" fmla="*/ 5728803 h 6858000"/>
              <a:gd name="connsiteX42" fmla="*/ 371652 w 4724401"/>
              <a:gd name="connsiteY42" fmla="*/ 5829062 h 6858000"/>
              <a:gd name="connsiteX43" fmla="*/ 505903 w 4724401"/>
              <a:gd name="connsiteY43" fmla="*/ 5925221 h 6858000"/>
              <a:gd name="connsiteX44" fmla="*/ 899240 w 4724401"/>
              <a:gd name="connsiteY44" fmla="*/ 6153068 h 6858000"/>
              <a:gd name="connsiteX45" fmla="*/ 988114 w 4724401"/>
              <a:gd name="connsiteY45" fmla="*/ 6174204 h 6858000"/>
              <a:gd name="connsiteX46" fmla="*/ 845971 w 4724401"/>
              <a:gd name="connsiteY46" fmla="*/ 6067177 h 6858000"/>
              <a:gd name="connsiteX47" fmla="*/ 448057 w 4724401"/>
              <a:gd name="connsiteY47" fmla="*/ 5841376 h 6858000"/>
              <a:gd name="connsiteX48" fmla="*/ 51253 w 4724401"/>
              <a:gd name="connsiteY48" fmla="*/ 5631825 h 6858000"/>
              <a:gd name="connsiteX49" fmla="*/ 2606687 w 4724401"/>
              <a:gd name="connsiteY49" fmla="*/ 5630718 h 6858000"/>
              <a:gd name="connsiteX50" fmla="*/ 2645658 w 4724401"/>
              <a:gd name="connsiteY50" fmla="*/ 6640259 h 6858000"/>
              <a:gd name="connsiteX51" fmla="*/ 2606687 w 4724401"/>
              <a:gd name="connsiteY51" fmla="*/ 5630718 h 6858000"/>
              <a:gd name="connsiteX52" fmla="*/ 3642057 w 4724401"/>
              <a:gd name="connsiteY52" fmla="*/ 5573487 h 6858000"/>
              <a:gd name="connsiteX53" fmla="*/ 3632981 w 4724401"/>
              <a:gd name="connsiteY53" fmla="*/ 5579437 h 6858000"/>
              <a:gd name="connsiteX54" fmla="*/ 3382436 w 4724401"/>
              <a:gd name="connsiteY54" fmla="*/ 5952726 h 6858000"/>
              <a:gd name="connsiteX55" fmla="*/ 3191929 w 4724401"/>
              <a:gd name="connsiteY55" fmla="*/ 6662669 h 6858000"/>
              <a:gd name="connsiteX56" fmla="*/ 3369898 w 4724401"/>
              <a:gd name="connsiteY56" fmla="*/ 6081771 h 6858000"/>
              <a:gd name="connsiteX57" fmla="*/ 3642057 w 4724401"/>
              <a:gd name="connsiteY57" fmla="*/ 5573487 h 6858000"/>
              <a:gd name="connsiteX58" fmla="*/ 2650666 w 4724401"/>
              <a:gd name="connsiteY58" fmla="*/ 5530686 h 6858000"/>
              <a:gd name="connsiteX59" fmla="*/ 2650249 w 4724401"/>
              <a:gd name="connsiteY59" fmla="*/ 5532101 h 6858000"/>
              <a:gd name="connsiteX60" fmla="*/ 2663808 w 4724401"/>
              <a:gd name="connsiteY60" fmla="*/ 6535215 h 6858000"/>
              <a:gd name="connsiteX61" fmla="*/ 2665418 w 4724401"/>
              <a:gd name="connsiteY61" fmla="*/ 6132756 h 6858000"/>
              <a:gd name="connsiteX62" fmla="*/ 2650666 w 4724401"/>
              <a:gd name="connsiteY62" fmla="*/ 5530686 h 6858000"/>
              <a:gd name="connsiteX63" fmla="*/ 2680277 w 4724401"/>
              <a:gd name="connsiteY63" fmla="*/ 5479204 h 6858000"/>
              <a:gd name="connsiteX64" fmla="*/ 2678972 w 4724401"/>
              <a:gd name="connsiteY64" fmla="*/ 5481582 h 6858000"/>
              <a:gd name="connsiteX65" fmla="*/ 2696666 w 4724401"/>
              <a:gd name="connsiteY65" fmla="*/ 6133836 h 6858000"/>
              <a:gd name="connsiteX66" fmla="*/ 2695769 w 4724401"/>
              <a:gd name="connsiteY66" fmla="*/ 6390955 h 6858000"/>
              <a:gd name="connsiteX67" fmla="*/ 2739893 w 4724401"/>
              <a:gd name="connsiteY67" fmla="*/ 6108357 h 6858000"/>
              <a:gd name="connsiteX68" fmla="*/ 2680277 w 4724401"/>
              <a:gd name="connsiteY68" fmla="*/ 5479204 h 6858000"/>
              <a:gd name="connsiteX69" fmla="*/ 1132195 w 4724401"/>
              <a:gd name="connsiteY69" fmla="*/ 5467980 h 6858000"/>
              <a:gd name="connsiteX70" fmla="*/ 1679056 w 4724401"/>
              <a:gd name="connsiteY70" fmla="*/ 5516907 h 6858000"/>
              <a:gd name="connsiteX71" fmla="*/ 2128648 w 4724401"/>
              <a:gd name="connsiteY71" fmla="*/ 5474249 h 6858000"/>
              <a:gd name="connsiteX72" fmla="*/ 1825619 w 4724401"/>
              <a:gd name="connsiteY72" fmla="*/ 5478447 h 6858000"/>
              <a:gd name="connsiteX73" fmla="*/ 1737798 w 4724401"/>
              <a:gd name="connsiteY73" fmla="*/ 5483353 h 6858000"/>
              <a:gd name="connsiteX74" fmla="*/ 1132195 w 4724401"/>
              <a:gd name="connsiteY74" fmla="*/ 5467980 h 6858000"/>
              <a:gd name="connsiteX75" fmla="*/ 1456157 w 4724401"/>
              <a:gd name="connsiteY75" fmla="*/ 5371404 h 6858000"/>
              <a:gd name="connsiteX76" fmla="*/ 1244432 w 4724401"/>
              <a:gd name="connsiteY76" fmla="*/ 5385601 h 6858000"/>
              <a:gd name="connsiteX77" fmla="*/ 973990 w 4724401"/>
              <a:gd name="connsiteY77" fmla="*/ 5424940 h 6858000"/>
              <a:gd name="connsiteX78" fmla="*/ 1103809 w 4724401"/>
              <a:gd name="connsiteY78" fmla="*/ 5433720 h 6858000"/>
              <a:gd name="connsiteX79" fmla="*/ 1123454 w 4724401"/>
              <a:gd name="connsiteY79" fmla="*/ 5435727 h 6858000"/>
              <a:gd name="connsiteX80" fmla="*/ 1737017 w 4724401"/>
              <a:gd name="connsiteY80" fmla="*/ 5452183 h 6858000"/>
              <a:gd name="connsiteX81" fmla="*/ 1824397 w 4724401"/>
              <a:gd name="connsiteY81" fmla="*/ 5447757 h 6858000"/>
              <a:gd name="connsiteX82" fmla="*/ 2070059 w 4724401"/>
              <a:gd name="connsiteY82" fmla="*/ 5441660 h 6858000"/>
              <a:gd name="connsiteX83" fmla="*/ 1456157 w 4724401"/>
              <a:gd name="connsiteY83" fmla="*/ 5371404 h 6858000"/>
              <a:gd name="connsiteX84" fmla="*/ 4724401 w 4724401"/>
              <a:gd name="connsiteY84" fmla="*/ 5202141 h 6858000"/>
              <a:gd name="connsiteX85" fmla="*/ 4724401 w 4724401"/>
              <a:gd name="connsiteY85" fmla="*/ 5319690 h 6858000"/>
              <a:gd name="connsiteX86" fmla="*/ 4690088 w 4724401"/>
              <a:gd name="connsiteY86" fmla="*/ 5349711 h 6858000"/>
              <a:gd name="connsiteX87" fmla="*/ 4463413 w 4724401"/>
              <a:gd name="connsiteY87" fmla="*/ 5615162 h 6858000"/>
              <a:gd name="connsiteX88" fmla="*/ 4358134 w 4724401"/>
              <a:gd name="connsiteY88" fmla="*/ 5742791 h 6858000"/>
              <a:gd name="connsiteX89" fmla="*/ 4376219 w 4724401"/>
              <a:gd name="connsiteY89" fmla="*/ 5729027 h 6858000"/>
              <a:gd name="connsiteX90" fmla="*/ 4582340 w 4724401"/>
              <a:gd name="connsiteY90" fmla="*/ 5561037 h 6858000"/>
              <a:gd name="connsiteX91" fmla="*/ 4694684 w 4724401"/>
              <a:gd name="connsiteY91" fmla="*/ 5447098 h 6858000"/>
              <a:gd name="connsiteX92" fmla="*/ 4724401 w 4724401"/>
              <a:gd name="connsiteY92" fmla="*/ 5415874 h 6858000"/>
              <a:gd name="connsiteX93" fmla="*/ 4724401 w 4724401"/>
              <a:gd name="connsiteY93" fmla="*/ 5461678 h 6858000"/>
              <a:gd name="connsiteX94" fmla="*/ 4718341 w 4724401"/>
              <a:gd name="connsiteY94" fmla="*/ 5468043 h 6858000"/>
              <a:gd name="connsiteX95" fmla="*/ 4604655 w 4724401"/>
              <a:gd name="connsiteY95" fmla="*/ 5583434 h 6858000"/>
              <a:gd name="connsiteX96" fmla="*/ 4565074 w 4724401"/>
              <a:gd name="connsiteY96" fmla="*/ 5618550 h 6858000"/>
              <a:gd name="connsiteX97" fmla="*/ 4682209 w 4724401"/>
              <a:gd name="connsiteY97" fmla="*/ 5532923 h 6858000"/>
              <a:gd name="connsiteX98" fmla="*/ 4724401 w 4724401"/>
              <a:gd name="connsiteY98" fmla="*/ 5499248 h 6858000"/>
              <a:gd name="connsiteX99" fmla="*/ 4724401 w 4724401"/>
              <a:gd name="connsiteY99" fmla="*/ 5608295 h 6858000"/>
              <a:gd name="connsiteX100" fmla="*/ 4713577 w 4724401"/>
              <a:gd name="connsiteY100" fmla="*/ 5616803 h 6858000"/>
              <a:gd name="connsiteX101" fmla="*/ 3989559 w 4724401"/>
              <a:gd name="connsiteY101" fmla="*/ 6145945 h 6858000"/>
              <a:gd name="connsiteX102" fmla="*/ 3939824 w 4724401"/>
              <a:gd name="connsiteY102" fmla="*/ 6066900 h 6858000"/>
              <a:gd name="connsiteX103" fmla="*/ 4584537 w 4724401"/>
              <a:gd name="connsiteY103" fmla="*/ 5324826 h 6858000"/>
              <a:gd name="connsiteX104" fmla="*/ 4682005 w 4724401"/>
              <a:gd name="connsiteY104" fmla="*/ 5231398 h 6858000"/>
              <a:gd name="connsiteX105" fmla="*/ 1903353 w 4724401"/>
              <a:gd name="connsiteY105" fmla="*/ 5044827 h 6858000"/>
              <a:gd name="connsiteX106" fmla="*/ 1936931 w 4724401"/>
              <a:gd name="connsiteY106" fmla="*/ 5093954 h 6858000"/>
              <a:gd name="connsiteX107" fmla="*/ 2195868 w 4724401"/>
              <a:gd name="connsiteY107" fmla="*/ 5396574 h 6858000"/>
              <a:gd name="connsiteX108" fmla="*/ 2088852 w 4724401"/>
              <a:gd name="connsiteY108" fmla="*/ 5166123 h 6858000"/>
              <a:gd name="connsiteX109" fmla="*/ 1958241 w 4724401"/>
              <a:gd name="connsiteY109" fmla="*/ 5067955 h 6858000"/>
              <a:gd name="connsiteX110" fmla="*/ 1903353 w 4724401"/>
              <a:gd name="connsiteY110" fmla="*/ 5044827 h 6858000"/>
              <a:gd name="connsiteX111" fmla="*/ 1979378 w 4724401"/>
              <a:gd name="connsiteY111" fmla="*/ 4769504 h 6858000"/>
              <a:gd name="connsiteX112" fmla="*/ 2882120 w 4724401"/>
              <a:gd name="connsiteY112" fmla="*/ 5064547 h 6858000"/>
              <a:gd name="connsiteX113" fmla="*/ 2793103 w 4724401"/>
              <a:gd name="connsiteY113" fmla="*/ 5039699 h 6858000"/>
              <a:gd name="connsiteX114" fmla="*/ 2770041 w 4724401"/>
              <a:gd name="connsiteY114" fmla="*/ 5033634 h 6858000"/>
              <a:gd name="connsiteX115" fmla="*/ 1979378 w 4724401"/>
              <a:gd name="connsiteY115" fmla="*/ 4769504 h 6858000"/>
              <a:gd name="connsiteX116" fmla="*/ 1927410 w 4724401"/>
              <a:gd name="connsiteY116" fmla="*/ 4716164 h 6858000"/>
              <a:gd name="connsiteX117" fmla="*/ 1959587 w 4724401"/>
              <a:gd name="connsiteY117" fmla="*/ 4728849 h 6858000"/>
              <a:gd name="connsiteX118" fmla="*/ 2777707 w 4724401"/>
              <a:gd name="connsiteY118" fmla="*/ 5003991 h 6858000"/>
              <a:gd name="connsiteX119" fmla="*/ 2800768 w 4724401"/>
              <a:gd name="connsiteY119" fmla="*/ 5010056 h 6858000"/>
              <a:gd name="connsiteX120" fmla="*/ 2879408 w 4724401"/>
              <a:gd name="connsiteY120" fmla="*/ 5031590 h 6858000"/>
              <a:gd name="connsiteX121" fmla="*/ 2862295 w 4724401"/>
              <a:gd name="connsiteY121" fmla="*/ 5022958 h 6858000"/>
              <a:gd name="connsiteX122" fmla="*/ 2813343 w 4724401"/>
              <a:gd name="connsiteY122" fmla="*/ 4998369 h 6858000"/>
              <a:gd name="connsiteX123" fmla="*/ 2646245 w 4724401"/>
              <a:gd name="connsiteY123" fmla="*/ 4930999 h 6858000"/>
              <a:gd name="connsiteX124" fmla="*/ 1999243 w 4724401"/>
              <a:gd name="connsiteY124" fmla="*/ 4730524 h 6858000"/>
              <a:gd name="connsiteX125" fmla="*/ 1979527 w 4724401"/>
              <a:gd name="connsiteY125" fmla="*/ 4726651 h 6858000"/>
              <a:gd name="connsiteX126" fmla="*/ 1997014 w 4724401"/>
              <a:gd name="connsiteY126" fmla="*/ 4698007 h 6858000"/>
              <a:gd name="connsiteX127" fmla="*/ 2005458 w 4724401"/>
              <a:gd name="connsiteY127" fmla="*/ 4699540 h 6858000"/>
              <a:gd name="connsiteX128" fmla="*/ 2657186 w 4724401"/>
              <a:gd name="connsiteY128" fmla="*/ 4901687 h 6858000"/>
              <a:gd name="connsiteX129" fmla="*/ 2826662 w 4724401"/>
              <a:gd name="connsiteY129" fmla="*/ 4970362 h 6858000"/>
              <a:gd name="connsiteX130" fmla="*/ 2876100 w 4724401"/>
              <a:gd name="connsiteY130" fmla="*/ 4995397 h 6858000"/>
              <a:gd name="connsiteX131" fmla="*/ 3042600 w 4724401"/>
              <a:gd name="connsiteY131" fmla="*/ 5059532 h 6858000"/>
              <a:gd name="connsiteX132" fmla="*/ 1997014 w 4724401"/>
              <a:gd name="connsiteY132" fmla="*/ 4698007 h 6858000"/>
              <a:gd name="connsiteX133" fmla="*/ 2305292 w 4724401"/>
              <a:gd name="connsiteY133" fmla="*/ 4219492 h 6858000"/>
              <a:gd name="connsiteX134" fmla="*/ 3360922 w 4724401"/>
              <a:gd name="connsiteY134" fmla="*/ 4529373 h 6858000"/>
              <a:gd name="connsiteX135" fmla="*/ 3492420 w 4724401"/>
              <a:gd name="connsiteY135" fmla="*/ 4510145 h 6858000"/>
              <a:gd name="connsiteX136" fmla="*/ 3364086 w 4724401"/>
              <a:gd name="connsiteY136" fmla="*/ 4480340 h 6858000"/>
              <a:gd name="connsiteX137" fmla="*/ 3225818 w 4724401"/>
              <a:gd name="connsiteY137" fmla="*/ 4411822 h 6858000"/>
              <a:gd name="connsiteX138" fmla="*/ 3129696 w 4724401"/>
              <a:gd name="connsiteY138" fmla="*/ 4360704 h 6858000"/>
              <a:gd name="connsiteX139" fmla="*/ 2814545 w 4724401"/>
              <a:gd name="connsiteY139" fmla="*/ 4282955 h 6858000"/>
              <a:gd name="connsiteX140" fmla="*/ 2305292 w 4724401"/>
              <a:gd name="connsiteY140" fmla="*/ 4219492 h 6858000"/>
              <a:gd name="connsiteX141" fmla="*/ 2626982 w 4724401"/>
              <a:gd name="connsiteY141" fmla="*/ 4206450 h 6858000"/>
              <a:gd name="connsiteX142" fmla="*/ 2490617 w 4724401"/>
              <a:gd name="connsiteY142" fmla="*/ 4206951 h 6858000"/>
              <a:gd name="connsiteX143" fmla="*/ 2819869 w 4724401"/>
              <a:gd name="connsiteY143" fmla="*/ 4252936 h 6858000"/>
              <a:gd name="connsiteX144" fmla="*/ 3143018 w 4724401"/>
              <a:gd name="connsiteY144" fmla="*/ 4332698 h 6858000"/>
              <a:gd name="connsiteX145" fmla="*/ 3241520 w 4724401"/>
              <a:gd name="connsiteY145" fmla="*/ 4385112 h 6858000"/>
              <a:gd name="connsiteX146" fmla="*/ 3374575 w 4724401"/>
              <a:gd name="connsiteY146" fmla="*/ 4451517 h 6858000"/>
              <a:gd name="connsiteX147" fmla="*/ 3505221 w 4724401"/>
              <a:gd name="connsiteY147" fmla="*/ 4480757 h 6858000"/>
              <a:gd name="connsiteX148" fmla="*/ 2626982 w 4724401"/>
              <a:gd name="connsiteY148" fmla="*/ 4206450 h 6858000"/>
              <a:gd name="connsiteX149" fmla="*/ 1310106 w 4724401"/>
              <a:gd name="connsiteY149" fmla="*/ 3943217 h 6858000"/>
              <a:gd name="connsiteX150" fmla="*/ 854994 w 4724401"/>
              <a:gd name="connsiteY150" fmla="*/ 4399136 h 6858000"/>
              <a:gd name="connsiteX151" fmla="*/ 742462 w 4724401"/>
              <a:gd name="connsiteY151" fmla="*/ 4594648 h 6858000"/>
              <a:gd name="connsiteX152" fmla="*/ 820602 w 4724401"/>
              <a:gd name="connsiteY152" fmla="*/ 4485915 h 6858000"/>
              <a:gd name="connsiteX153" fmla="*/ 878295 w 4724401"/>
              <a:gd name="connsiteY153" fmla="*/ 4403594 h 6858000"/>
              <a:gd name="connsiteX154" fmla="*/ 1240607 w 4724401"/>
              <a:gd name="connsiteY154" fmla="*/ 4010401 h 6858000"/>
              <a:gd name="connsiteX155" fmla="*/ 1423113 w 4724401"/>
              <a:gd name="connsiteY155" fmla="*/ 3874565 h 6858000"/>
              <a:gd name="connsiteX156" fmla="*/ 1260565 w 4724401"/>
              <a:gd name="connsiteY156" fmla="*/ 4031982 h 6858000"/>
              <a:gd name="connsiteX157" fmla="*/ 901900 w 4724401"/>
              <a:gd name="connsiteY157" fmla="*/ 4421236 h 6858000"/>
              <a:gd name="connsiteX158" fmla="*/ 845044 w 4724401"/>
              <a:gd name="connsiteY158" fmla="*/ 4502436 h 6858000"/>
              <a:gd name="connsiteX159" fmla="*/ 685926 w 4724401"/>
              <a:gd name="connsiteY159" fmla="*/ 4703069 h 6858000"/>
              <a:gd name="connsiteX160" fmla="*/ 684248 w 4724401"/>
              <a:gd name="connsiteY160" fmla="*/ 4706721 h 6858000"/>
              <a:gd name="connsiteX161" fmla="*/ 1423113 w 4724401"/>
              <a:gd name="connsiteY161" fmla="*/ 3874565 h 6858000"/>
              <a:gd name="connsiteX162" fmla="*/ 3316479 w 4724401"/>
              <a:gd name="connsiteY162" fmla="*/ 3872136 h 6858000"/>
              <a:gd name="connsiteX163" fmla="*/ 3546806 w 4724401"/>
              <a:gd name="connsiteY163" fmla="*/ 4356139 h 6858000"/>
              <a:gd name="connsiteX164" fmla="*/ 3364433 w 4724401"/>
              <a:gd name="connsiteY164" fmla="*/ 3953121 h 6858000"/>
              <a:gd name="connsiteX165" fmla="*/ 3291335 w 4724401"/>
              <a:gd name="connsiteY165" fmla="*/ 3767420 h 6858000"/>
              <a:gd name="connsiteX166" fmla="*/ 3390805 w 4724401"/>
              <a:gd name="connsiteY166" fmla="*/ 3937163 h 6858000"/>
              <a:gd name="connsiteX167" fmla="*/ 3579062 w 4724401"/>
              <a:gd name="connsiteY167" fmla="*/ 4359040 h 6858000"/>
              <a:gd name="connsiteX168" fmla="*/ 3467355 w 4724401"/>
              <a:gd name="connsiteY168" fmla="*/ 3988130 h 6858000"/>
              <a:gd name="connsiteX169" fmla="*/ 3310753 w 4724401"/>
              <a:gd name="connsiteY169" fmla="*/ 3787140 h 6858000"/>
              <a:gd name="connsiteX170" fmla="*/ 3291335 w 4724401"/>
              <a:gd name="connsiteY170" fmla="*/ 3767420 h 6858000"/>
              <a:gd name="connsiteX171" fmla="*/ 1635889 w 4724401"/>
              <a:gd name="connsiteY171" fmla="*/ 3709494 h 6858000"/>
              <a:gd name="connsiteX172" fmla="*/ 1634800 w 4724401"/>
              <a:gd name="connsiteY172" fmla="*/ 3731111 h 6858000"/>
              <a:gd name="connsiteX173" fmla="*/ 1635889 w 4724401"/>
              <a:gd name="connsiteY173" fmla="*/ 3709494 h 6858000"/>
              <a:gd name="connsiteX174" fmla="*/ 1510397 w 4724401"/>
              <a:gd name="connsiteY174" fmla="*/ 3684705 h 6858000"/>
              <a:gd name="connsiteX175" fmla="*/ 1146550 w 4724401"/>
              <a:gd name="connsiteY175" fmla="*/ 3802012 h 6858000"/>
              <a:gd name="connsiteX176" fmla="*/ 698834 w 4724401"/>
              <a:gd name="connsiteY176" fmla="*/ 3952272 h 6858000"/>
              <a:gd name="connsiteX177" fmla="*/ 34256 w 4724401"/>
              <a:gd name="connsiteY177" fmla="*/ 4347603 h 6858000"/>
              <a:gd name="connsiteX178" fmla="*/ 527241 w 4724401"/>
              <a:gd name="connsiteY178" fmla="*/ 4065078 h 6858000"/>
              <a:gd name="connsiteX179" fmla="*/ 1510397 w 4724401"/>
              <a:gd name="connsiteY179" fmla="*/ 3684705 h 6858000"/>
              <a:gd name="connsiteX180" fmla="*/ 1313114 w 4724401"/>
              <a:gd name="connsiteY180" fmla="*/ 3655216 h 6858000"/>
              <a:gd name="connsiteX181" fmla="*/ 1109304 w 4724401"/>
              <a:gd name="connsiteY181" fmla="*/ 3669030 h 6858000"/>
              <a:gd name="connsiteX182" fmla="*/ 8129 w 4724401"/>
              <a:gd name="connsiteY182" fmla="*/ 4330519 h 6858000"/>
              <a:gd name="connsiteX183" fmla="*/ 687572 w 4724401"/>
              <a:gd name="connsiteY183" fmla="*/ 3925629 h 6858000"/>
              <a:gd name="connsiteX184" fmla="*/ 1138365 w 4724401"/>
              <a:gd name="connsiteY184" fmla="*/ 3774515 h 6858000"/>
              <a:gd name="connsiteX185" fmla="*/ 1505579 w 4724401"/>
              <a:gd name="connsiteY185" fmla="*/ 3655526 h 6858000"/>
              <a:gd name="connsiteX186" fmla="*/ 1313114 w 4724401"/>
              <a:gd name="connsiteY186" fmla="*/ 3655216 h 6858000"/>
              <a:gd name="connsiteX187" fmla="*/ 3655073 w 4724401"/>
              <a:gd name="connsiteY187" fmla="*/ 3650884 h 6858000"/>
              <a:gd name="connsiteX188" fmla="*/ 3989938 w 4724401"/>
              <a:gd name="connsiteY188" fmla="*/ 3991685 h 6858000"/>
              <a:gd name="connsiteX189" fmla="*/ 4393907 w 4724401"/>
              <a:gd name="connsiteY189" fmla="*/ 4261258 h 6858000"/>
              <a:gd name="connsiteX190" fmla="*/ 4648051 w 4724401"/>
              <a:gd name="connsiteY190" fmla="*/ 4374051 h 6858000"/>
              <a:gd name="connsiteX191" fmla="*/ 4383389 w 4724401"/>
              <a:gd name="connsiteY191" fmla="*/ 4184369 h 6858000"/>
              <a:gd name="connsiteX192" fmla="*/ 4165508 w 4724401"/>
              <a:gd name="connsiteY192" fmla="*/ 4035196 h 6858000"/>
              <a:gd name="connsiteX193" fmla="*/ 4068162 w 4724401"/>
              <a:gd name="connsiteY193" fmla="*/ 3953394 h 6858000"/>
              <a:gd name="connsiteX194" fmla="*/ 3981416 w 4724401"/>
              <a:gd name="connsiteY194" fmla="*/ 3880482 h 6858000"/>
              <a:gd name="connsiteX195" fmla="*/ 3800147 w 4724401"/>
              <a:gd name="connsiteY195" fmla="*/ 3749872 h 6858000"/>
              <a:gd name="connsiteX196" fmla="*/ 3670252 w 4724401"/>
              <a:gd name="connsiteY196" fmla="*/ 3622798 h 6858000"/>
              <a:gd name="connsiteX197" fmla="*/ 3817258 w 4724401"/>
              <a:gd name="connsiteY197" fmla="*/ 3723577 h 6858000"/>
              <a:gd name="connsiteX198" fmla="*/ 4000461 w 4724401"/>
              <a:gd name="connsiteY198" fmla="*/ 3855966 h 6858000"/>
              <a:gd name="connsiteX199" fmla="*/ 4088180 w 4724401"/>
              <a:gd name="connsiteY199" fmla="*/ 3929774 h 6858000"/>
              <a:gd name="connsiteX200" fmla="*/ 4184555 w 4724401"/>
              <a:gd name="connsiteY200" fmla="*/ 4010683 h 6858000"/>
              <a:gd name="connsiteX201" fmla="*/ 4399563 w 4724401"/>
              <a:gd name="connsiteY201" fmla="*/ 4158106 h 6858000"/>
              <a:gd name="connsiteX202" fmla="*/ 4684469 w 4724401"/>
              <a:gd name="connsiteY202" fmla="*/ 4364680 h 6858000"/>
              <a:gd name="connsiteX203" fmla="*/ 4690271 w 4724401"/>
              <a:gd name="connsiteY203" fmla="*/ 4370034 h 6858000"/>
              <a:gd name="connsiteX204" fmla="*/ 4136093 w 4724401"/>
              <a:gd name="connsiteY204" fmla="*/ 3858466 h 6858000"/>
              <a:gd name="connsiteX205" fmla="*/ 3670252 w 4724401"/>
              <a:gd name="connsiteY205" fmla="*/ 3622798 h 6858000"/>
              <a:gd name="connsiteX206" fmla="*/ 3174829 w 4724401"/>
              <a:gd name="connsiteY206" fmla="*/ 3620110 h 6858000"/>
              <a:gd name="connsiteX207" fmla="*/ 3189263 w 4724401"/>
              <a:gd name="connsiteY207" fmla="*/ 3625726 h 6858000"/>
              <a:gd name="connsiteX208" fmla="*/ 3560912 w 4724401"/>
              <a:gd name="connsiteY208" fmla="*/ 4079863 h 6858000"/>
              <a:gd name="connsiteX209" fmla="*/ 3626636 w 4724401"/>
              <a:gd name="connsiteY209" fmla="*/ 4512230 h 6858000"/>
              <a:gd name="connsiteX210" fmla="*/ 3653088 w 4724401"/>
              <a:gd name="connsiteY210" fmla="*/ 4521417 h 6858000"/>
              <a:gd name="connsiteX211" fmla="*/ 3988128 w 4724401"/>
              <a:gd name="connsiteY211" fmla="*/ 4817267 h 6858000"/>
              <a:gd name="connsiteX212" fmla="*/ 4618309 w 4724401"/>
              <a:gd name="connsiteY212" fmla="*/ 4699202 h 6858000"/>
              <a:gd name="connsiteX213" fmla="*/ 4724401 w 4724401"/>
              <a:gd name="connsiteY213" fmla="*/ 4687606 h 6858000"/>
              <a:gd name="connsiteX214" fmla="*/ 4724401 w 4724401"/>
              <a:gd name="connsiteY214" fmla="*/ 4773345 h 6858000"/>
              <a:gd name="connsiteX215" fmla="*/ 4671155 w 4724401"/>
              <a:gd name="connsiteY215" fmla="*/ 4778608 h 6858000"/>
              <a:gd name="connsiteX216" fmla="*/ 4086300 w 4724401"/>
              <a:gd name="connsiteY216" fmla="*/ 4884599 h 6858000"/>
              <a:gd name="connsiteX217" fmla="*/ 4085485 w 4724401"/>
              <a:gd name="connsiteY217" fmla="*/ 4899070 h 6858000"/>
              <a:gd name="connsiteX218" fmla="*/ 3871915 w 4724401"/>
              <a:gd name="connsiteY218" fmla="*/ 5253645 h 6858000"/>
              <a:gd name="connsiteX219" fmla="*/ 3799374 w 4724401"/>
              <a:gd name="connsiteY219" fmla="*/ 5466127 h 6858000"/>
              <a:gd name="connsiteX220" fmla="*/ 3498850 w 4724401"/>
              <a:gd name="connsiteY220" fmla="*/ 6661888 h 6858000"/>
              <a:gd name="connsiteX221" fmla="*/ 3399216 w 4724401"/>
              <a:gd name="connsiteY221" fmla="*/ 6858000 h 6858000"/>
              <a:gd name="connsiteX222" fmla="*/ 3303688 w 4724401"/>
              <a:gd name="connsiteY222" fmla="*/ 6858000 h 6858000"/>
              <a:gd name="connsiteX223" fmla="*/ 3391774 w 4724401"/>
              <a:gd name="connsiteY223" fmla="*/ 6697181 h 6858000"/>
              <a:gd name="connsiteX224" fmla="*/ 3735540 w 4724401"/>
              <a:gd name="connsiteY224" fmla="*/ 5546923 h 6858000"/>
              <a:gd name="connsiteX225" fmla="*/ 3729438 w 4724401"/>
              <a:gd name="connsiteY225" fmla="*/ 5569058 h 6858000"/>
              <a:gd name="connsiteX226" fmla="*/ 3707782 w 4724401"/>
              <a:gd name="connsiteY226" fmla="*/ 5644908 h 6858000"/>
              <a:gd name="connsiteX227" fmla="*/ 3583827 w 4724401"/>
              <a:gd name="connsiteY227" fmla="*/ 6039215 h 6858000"/>
              <a:gd name="connsiteX228" fmla="*/ 3547861 w 4724401"/>
              <a:gd name="connsiteY228" fmla="*/ 6129609 h 6858000"/>
              <a:gd name="connsiteX229" fmla="*/ 3490905 w 4724401"/>
              <a:gd name="connsiteY229" fmla="*/ 6277660 h 6858000"/>
              <a:gd name="connsiteX230" fmla="*/ 3455859 w 4724401"/>
              <a:gd name="connsiteY230" fmla="*/ 6391301 h 6858000"/>
              <a:gd name="connsiteX231" fmla="*/ 3429112 w 4724401"/>
              <a:gd name="connsiteY231" fmla="*/ 6479469 h 6858000"/>
              <a:gd name="connsiteX232" fmla="*/ 3304862 w 4724401"/>
              <a:gd name="connsiteY232" fmla="*/ 6796476 h 6858000"/>
              <a:gd name="connsiteX233" fmla="*/ 3276071 w 4724401"/>
              <a:gd name="connsiteY233" fmla="*/ 6858000 h 6858000"/>
              <a:gd name="connsiteX234" fmla="*/ 3240805 w 4724401"/>
              <a:gd name="connsiteY234" fmla="*/ 6858000 h 6858000"/>
              <a:gd name="connsiteX235" fmla="*/ 3275917 w 4724401"/>
              <a:gd name="connsiteY235" fmla="*/ 6783192 h 6858000"/>
              <a:gd name="connsiteX236" fmla="*/ 3399358 w 4724401"/>
              <a:gd name="connsiteY236" fmla="*/ 6469011 h 6858000"/>
              <a:gd name="connsiteX237" fmla="*/ 3425650 w 4724401"/>
              <a:gd name="connsiteY237" fmla="*/ 6381333 h 6858000"/>
              <a:gd name="connsiteX238" fmla="*/ 3460661 w 4724401"/>
              <a:gd name="connsiteY238" fmla="*/ 6266763 h 6858000"/>
              <a:gd name="connsiteX239" fmla="*/ 3518021 w 4724401"/>
              <a:gd name="connsiteY239" fmla="*/ 6117298 h 6858000"/>
              <a:gd name="connsiteX240" fmla="*/ 3554035 w 4724401"/>
              <a:gd name="connsiteY240" fmla="*/ 6027832 h 6858000"/>
              <a:gd name="connsiteX241" fmla="*/ 3677174 w 4724401"/>
              <a:gd name="connsiteY241" fmla="*/ 5636351 h 6858000"/>
              <a:gd name="connsiteX242" fmla="*/ 3698819 w 4724401"/>
              <a:gd name="connsiteY242" fmla="*/ 5560503 h 6858000"/>
              <a:gd name="connsiteX243" fmla="*/ 3702094 w 4724401"/>
              <a:gd name="connsiteY243" fmla="*/ 5549194 h 6858000"/>
              <a:gd name="connsiteX244" fmla="*/ 3398355 w 4724401"/>
              <a:gd name="connsiteY244" fmla="*/ 6094603 h 6858000"/>
              <a:gd name="connsiteX245" fmla="*/ 3193941 w 4724401"/>
              <a:gd name="connsiteY245" fmla="*/ 6798775 h 6858000"/>
              <a:gd name="connsiteX246" fmla="*/ 3184140 w 4724401"/>
              <a:gd name="connsiteY246" fmla="*/ 6858000 h 6858000"/>
              <a:gd name="connsiteX247" fmla="*/ 3099978 w 4724401"/>
              <a:gd name="connsiteY247" fmla="*/ 6858000 h 6858000"/>
              <a:gd name="connsiteX248" fmla="*/ 3101556 w 4724401"/>
              <a:gd name="connsiteY248" fmla="*/ 6843337 h 6858000"/>
              <a:gd name="connsiteX249" fmla="*/ 3370162 w 4724401"/>
              <a:gd name="connsiteY249" fmla="*/ 5785550 h 6858000"/>
              <a:gd name="connsiteX250" fmla="*/ 3746477 w 4724401"/>
              <a:gd name="connsiteY250" fmla="*/ 5377889 h 6858000"/>
              <a:gd name="connsiteX251" fmla="*/ 3863399 w 4724401"/>
              <a:gd name="connsiteY251" fmla="*/ 5087257 h 6858000"/>
              <a:gd name="connsiteX252" fmla="*/ 3968712 w 4724401"/>
              <a:gd name="connsiteY252" fmla="*/ 4913989 h 6858000"/>
              <a:gd name="connsiteX253" fmla="*/ 2792390 w 4724401"/>
              <a:gd name="connsiteY253" fmla="*/ 5382974 h 6858000"/>
              <a:gd name="connsiteX254" fmla="*/ 2714982 w 4724401"/>
              <a:gd name="connsiteY254" fmla="*/ 5427051 h 6858000"/>
              <a:gd name="connsiteX255" fmla="*/ 2813361 w 4724401"/>
              <a:gd name="connsiteY255" fmla="*/ 6023912 h 6858000"/>
              <a:gd name="connsiteX256" fmla="*/ 2688430 w 4724401"/>
              <a:gd name="connsiteY256" fmla="*/ 6801564 h 6858000"/>
              <a:gd name="connsiteX257" fmla="*/ 2629626 w 4724401"/>
              <a:gd name="connsiteY257" fmla="*/ 6763394 h 6858000"/>
              <a:gd name="connsiteX258" fmla="*/ 2565328 w 4724401"/>
              <a:gd name="connsiteY258" fmla="*/ 5516399 h 6858000"/>
              <a:gd name="connsiteX259" fmla="*/ 1922999 w 4724401"/>
              <a:gd name="connsiteY259" fmla="*/ 5980343 h 6858000"/>
              <a:gd name="connsiteX260" fmla="*/ 1950261 w 4724401"/>
              <a:gd name="connsiteY260" fmla="*/ 6405858 h 6858000"/>
              <a:gd name="connsiteX261" fmla="*/ 2365554 w 4724401"/>
              <a:gd name="connsiteY261" fmla="*/ 6759107 h 6858000"/>
              <a:gd name="connsiteX262" fmla="*/ 2424142 w 4724401"/>
              <a:gd name="connsiteY262" fmla="*/ 6858000 h 6858000"/>
              <a:gd name="connsiteX263" fmla="*/ 2395994 w 4724401"/>
              <a:gd name="connsiteY263" fmla="*/ 6858000 h 6858000"/>
              <a:gd name="connsiteX264" fmla="*/ 2392863 w 4724401"/>
              <a:gd name="connsiteY264" fmla="*/ 6852964 h 6858000"/>
              <a:gd name="connsiteX265" fmla="*/ 2017589 w 4724401"/>
              <a:gd name="connsiteY265" fmla="*/ 6493982 h 6858000"/>
              <a:gd name="connsiteX266" fmla="*/ 2147336 w 4724401"/>
              <a:gd name="connsiteY266" fmla="*/ 6594052 h 6858000"/>
              <a:gd name="connsiteX267" fmla="*/ 2207047 w 4724401"/>
              <a:gd name="connsiteY267" fmla="*/ 6654540 h 6858000"/>
              <a:gd name="connsiteX268" fmla="*/ 2299106 w 4724401"/>
              <a:gd name="connsiteY268" fmla="*/ 6778931 h 6858000"/>
              <a:gd name="connsiteX269" fmla="*/ 2314430 w 4724401"/>
              <a:gd name="connsiteY269" fmla="*/ 6801144 h 6858000"/>
              <a:gd name="connsiteX270" fmla="*/ 2352406 w 4724401"/>
              <a:gd name="connsiteY270" fmla="*/ 6858000 h 6858000"/>
              <a:gd name="connsiteX271" fmla="*/ 2314492 w 4724401"/>
              <a:gd name="connsiteY271" fmla="*/ 6858000 h 6858000"/>
              <a:gd name="connsiteX272" fmla="*/ 2288095 w 4724401"/>
              <a:gd name="connsiteY272" fmla="*/ 6818030 h 6858000"/>
              <a:gd name="connsiteX273" fmla="*/ 2272768 w 4724401"/>
              <a:gd name="connsiteY273" fmla="*/ 6795822 h 6858000"/>
              <a:gd name="connsiteX274" fmla="*/ 2182715 w 4724401"/>
              <a:gd name="connsiteY274" fmla="*/ 6675071 h 6858000"/>
              <a:gd name="connsiteX275" fmla="*/ 2032061 w 4724401"/>
              <a:gd name="connsiteY275" fmla="*/ 6541380 h 6858000"/>
              <a:gd name="connsiteX276" fmla="*/ 2257220 w 4724401"/>
              <a:gd name="connsiteY276" fmla="*/ 6826257 h 6858000"/>
              <a:gd name="connsiteX277" fmla="*/ 2281324 w 4724401"/>
              <a:gd name="connsiteY277" fmla="*/ 6858000 h 6858000"/>
              <a:gd name="connsiteX278" fmla="*/ 2242860 w 4724401"/>
              <a:gd name="connsiteY278" fmla="*/ 6858000 h 6858000"/>
              <a:gd name="connsiteX279" fmla="*/ 2232818 w 4724401"/>
              <a:gd name="connsiteY279" fmla="*/ 6844926 h 6858000"/>
              <a:gd name="connsiteX280" fmla="*/ 1990172 w 4724401"/>
              <a:gd name="connsiteY280" fmla="*/ 6542121 h 6858000"/>
              <a:gd name="connsiteX281" fmla="*/ 2124090 w 4724401"/>
              <a:gd name="connsiteY281" fmla="*/ 6761017 h 6858000"/>
              <a:gd name="connsiteX282" fmla="*/ 2200380 w 4724401"/>
              <a:gd name="connsiteY282" fmla="*/ 6858000 h 6858000"/>
              <a:gd name="connsiteX283" fmla="*/ 2147507 w 4724401"/>
              <a:gd name="connsiteY283" fmla="*/ 6858000 h 6858000"/>
              <a:gd name="connsiteX284" fmla="*/ 2070668 w 4724401"/>
              <a:gd name="connsiteY284" fmla="*/ 6761520 h 6858000"/>
              <a:gd name="connsiteX285" fmla="*/ 1975142 w 4724401"/>
              <a:gd name="connsiteY285" fmla="*/ 6585570 h 6858000"/>
              <a:gd name="connsiteX286" fmla="*/ 2050035 w 4724401"/>
              <a:gd name="connsiteY286" fmla="*/ 6813345 h 6858000"/>
              <a:gd name="connsiteX287" fmla="*/ 2063025 w 4724401"/>
              <a:gd name="connsiteY287" fmla="*/ 6858000 h 6858000"/>
              <a:gd name="connsiteX288" fmla="*/ 2021675 w 4724401"/>
              <a:gd name="connsiteY288" fmla="*/ 6858000 h 6858000"/>
              <a:gd name="connsiteX289" fmla="*/ 2019308 w 4724401"/>
              <a:gd name="connsiteY289" fmla="*/ 6847118 h 6858000"/>
              <a:gd name="connsiteX290" fmla="*/ 1938835 w 4724401"/>
              <a:gd name="connsiteY290" fmla="*/ 6551160 h 6858000"/>
              <a:gd name="connsiteX291" fmla="*/ 1953230 w 4724401"/>
              <a:gd name="connsiteY291" fmla="*/ 6759699 h 6858000"/>
              <a:gd name="connsiteX292" fmla="*/ 1956763 w 4724401"/>
              <a:gd name="connsiteY292" fmla="*/ 6778191 h 6858000"/>
              <a:gd name="connsiteX293" fmla="*/ 1967925 w 4724401"/>
              <a:gd name="connsiteY293" fmla="*/ 6858000 h 6858000"/>
              <a:gd name="connsiteX294" fmla="*/ 1936622 w 4724401"/>
              <a:gd name="connsiteY294" fmla="*/ 6858000 h 6858000"/>
              <a:gd name="connsiteX295" fmla="*/ 1926261 w 4724401"/>
              <a:gd name="connsiteY295" fmla="*/ 6784064 h 6858000"/>
              <a:gd name="connsiteX296" fmla="*/ 1922724 w 4724401"/>
              <a:gd name="connsiteY296" fmla="*/ 6765577 h 6858000"/>
              <a:gd name="connsiteX297" fmla="*/ 1904650 w 4724401"/>
              <a:gd name="connsiteY297" fmla="*/ 6639616 h 6858000"/>
              <a:gd name="connsiteX298" fmla="*/ 1885273 w 4724401"/>
              <a:gd name="connsiteY298" fmla="*/ 6858000 h 6858000"/>
              <a:gd name="connsiteX299" fmla="*/ 1854363 w 4724401"/>
              <a:gd name="connsiteY299" fmla="*/ 6858000 h 6858000"/>
              <a:gd name="connsiteX300" fmla="*/ 1880391 w 4724401"/>
              <a:gd name="connsiteY300" fmla="*/ 6603796 h 6858000"/>
              <a:gd name="connsiteX301" fmla="*/ 1818273 w 4724401"/>
              <a:gd name="connsiteY301" fmla="*/ 6715729 h 6858000"/>
              <a:gd name="connsiteX302" fmla="*/ 1794691 w 4724401"/>
              <a:gd name="connsiteY302" fmla="*/ 6843239 h 6858000"/>
              <a:gd name="connsiteX303" fmla="*/ 1794914 w 4724401"/>
              <a:gd name="connsiteY303" fmla="*/ 6858000 h 6858000"/>
              <a:gd name="connsiteX304" fmla="*/ 1746128 w 4724401"/>
              <a:gd name="connsiteY304" fmla="*/ 6858000 h 6858000"/>
              <a:gd name="connsiteX305" fmla="*/ 1753934 w 4724401"/>
              <a:gd name="connsiteY305" fmla="*/ 6724796 h 6858000"/>
              <a:gd name="connsiteX306" fmla="*/ 1792053 w 4724401"/>
              <a:gd name="connsiteY306" fmla="*/ 6572396 h 6858000"/>
              <a:gd name="connsiteX307" fmla="*/ 1862248 w 4724401"/>
              <a:gd name="connsiteY307" fmla="*/ 6266397 h 6858000"/>
              <a:gd name="connsiteX308" fmla="*/ 1862250 w 4724401"/>
              <a:gd name="connsiteY308" fmla="*/ 6033531 h 6858000"/>
              <a:gd name="connsiteX309" fmla="*/ 1211999 w 4724401"/>
              <a:gd name="connsiteY309" fmla="*/ 6683610 h 6858000"/>
              <a:gd name="connsiteX310" fmla="*/ 1213266 w 4724401"/>
              <a:gd name="connsiteY310" fmla="*/ 6691947 h 6858000"/>
              <a:gd name="connsiteX311" fmla="*/ 1203370 w 4724401"/>
              <a:gd name="connsiteY311" fmla="*/ 6850676 h 6858000"/>
              <a:gd name="connsiteX312" fmla="*/ 1203671 w 4724401"/>
              <a:gd name="connsiteY312" fmla="*/ 6858000 h 6858000"/>
              <a:gd name="connsiteX313" fmla="*/ 1143180 w 4724401"/>
              <a:gd name="connsiteY313" fmla="*/ 6858000 h 6858000"/>
              <a:gd name="connsiteX314" fmla="*/ 1142176 w 4724401"/>
              <a:gd name="connsiteY314" fmla="*/ 6766045 h 6858000"/>
              <a:gd name="connsiteX315" fmla="*/ 1067484 w 4724401"/>
              <a:gd name="connsiteY315" fmla="*/ 6858000 h 6858000"/>
              <a:gd name="connsiteX316" fmla="*/ 953928 w 4724401"/>
              <a:gd name="connsiteY316" fmla="*/ 6858000 h 6858000"/>
              <a:gd name="connsiteX317" fmla="*/ 959715 w 4724401"/>
              <a:gd name="connsiteY317" fmla="*/ 6850185 h 6858000"/>
              <a:gd name="connsiteX318" fmla="*/ 1483788 w 4724401"/>
              <a:gd name="connsiteY318" fmla="*/ 6259174 h 6858000"/>
              <a:gd name="connsiteX319" fmla="*/ 1100671 w 4724401"/>
              <a:gd name="connsiteY319" fmla="*/ 6252137 h 6858000"/>
              <a:gd name="connsiteX320" fmla="*/ 1090144 w 4724401"/>
              <a:gd name="connsiteY320" fmla="*/ 6256748 h 6858000"/>
              <a:gd name="connsiteX321" fmla="*/ 1095872 w 4724401"/>
              <a:gd name="connsiteY321" fmla="*/ 6271892 h 6858000"/>
              <a:gd name="connsiteX322" fmla="*/ 262785 w 4724401"/>
              <a:gd name="connsiteY322" fmla="*/ 6845450 h 6858000"/>
              <a:gd name="connsiteX323" fmla="*/ 209968 w 4724401"/>
              <a:gd name="connsiteY323" fmla="*/ 6770713 h 6858000"/>
              <a:gd name="connsiteX324" fmla="*/ 873460 w 4724401"/>
              <a:gd name="connsiteY324" fmla="*/ 6253768 h 6858000"/>
              <a:gd name="connsiteX325" fmla="*/ 192686 w 4724401"/>
              <a:gd name="connsiteY325" fmla="*/ 5849257 h 6858000"/>
              <a:gd name="connsiteX326" fmla="*/ 4696 w 4724401"/>
              <a:gd name="connsiteY326" fmla="*/ 5697668 h 6858000"/>
              <a:gd name="connsiteX327" fmla="*/ 0 w 4724401"/>
              <a:gd name="connsiteY327" fmla="*/ 5689984 h 6858000"/>
              <a:gd name="connsiteX328" fmla="*/ 0 w 4724401"/>
              <a:gd name="connsiteY328" fmla="*/ 5513472 h 6858000"/>
              <a:gd name="connsiteX329" fmla="*/ 174101 w 4724401"/>
              <a:gd name="connsiteY329" fmla="*/ 5620277 h 6858000"/>
              <a:gd name="connsiteX330" fmla="*/ 891800 w 4724401"/>
              <a:gd name="connsiteY330" fmla="*/ 6036935 h 6858000"/>
              <a:gd name="connsiteX331" fmla="*/ 1072219 w 4724401"/>
              <a:gd name="connsiteY331" fmla="*/ 6169443 h 6858000"/>
              <a:gd name="connsiteX332" fmla="*/ 1074117 w 4724401"/>
              <a:gd name="connsiteY332" fmla="*/ 6170301 h 6858000"/>
              <a:gd name="connsiteX333" fmla="*/ 1083114 w 4724401"/>
              <a:gd name="connsiteY333" fmla="*/ 6174131 h 6858000"/>
              <a:gd name="connsiteX334" fmla="*/ 1543010 w 4724401"/>
              <a:gd name="connsiteY334" fmla="*/ 6191140 h 6858000"/>
              <a:gd name="connsiteX335" fmla="*/ 1551080 w 4724401"/>
              <a:gd name="connsiteY335" fmla="*/ 6195006 h 6858000"/>
              <a:gd name="connsiteX336" fmla="*/ 2345443 w 4724401"/>
              <a:gd name="connsiteY336" fmla="*/ 5549882 h 6858000"/>
              <a:gd name="connsiteX337" fmla="*/ 1721499 w 4724401"/>
              <a:gd name="connsiteY337" fmla="*/ 5599969 h 6858000"/>
              <a:gd name="connsiteX338" fmla="*/ 767716 w 4724401"/>
              <a:gd name="connsiteY338" fmla="*/ 5472768 h 6858000"/>
              <a:gd name="connsiteX339" fmla="*/ 722147 w 4724401"/>
              <a:gd name="connsiteY339" fmla="*/ 5393091 h 6858000"/>
              <a:gd name="connsiteX340" fmla="*/ 1485552 w 4724401"/>
              <a:gd name="connsiteY340" fmla="*/ 5313202 h 6858000"/>
              <a:gd name="connsiteX341" fmla="*/ 2143004 w 4724401"/>
              <a:gd name="connsiteY341" fmla="*/ 5402420 h 6858000"/>
              <a:gd name="connsiteX342" fmla="*/ 1933391 w 4724401"/>
              <a:gd name="connsiteY342" fmla="*/ 5156971 h 6858000"/>
              <a:gd name="connsiteX343" fmla="*/ 1827118 w 4724401"/>
              <a:gd name="connsiteY343" fmla="*/ 4968410 h 6858000"/>
              <a:gd name="connsiteX344" fmla="*/ 1837349 w 4724401"/>
              <a:gd name="connsiteY344" fmla="*/ 4956357 h 6858000"/>
              <a:gd name="connsiteX345" fmla="*/ 2162835 w 4724401"/>
              <a:gd name="connsiteY345" fmla="*/ 5187853 h 6858000"/>
              <a:gd name="connsiteX346" fmla="*/ 2257167 w 4724401"/>
              <a:gd name="connsiteY346" fmla="*/ 5462123 h 6858000"/>
              <a:gd name="connsiteX347" fmla="*/ 2261598 w 4724401"/>
              <a:gd name="connsiteY347" fmla="*/ 5467998 h 6858000"/>
              <a:gd name="connsiteX348" fmla="*/ 2437177 w 4724401"/>
              <a:gd name="connsiteY348" fmla="*/ 5479608 h 6858000"/>
              <a:gd name="connsiteX349" fmla="*/ 2445247 w 4724401"/>
              <a:gd name="connsiteY349" fmla="*/ 5483476 h 6858000"/>
              <a:gd name="connsiteX350" fmla="*/ 2743626 w 4724401"/>
              <a:gd name="connsiteY350" fmla="*/ 5304819 h 6858000"/>
              <a:gd name="connsiteX351" fmla="*/ 3048102 w 4724401"/>
              <a:gd name="connsiteY351" fmla="*/ 5150595 h 6858000"/>
              <a:gd name="connsiteX352" fmla="*/ 1799414 w 4724401"/>
              <a:gd name="connsiteY352" fmla="*/ 4694732 h 6858000"/>
              <a:gd name="connsiteX353" fmla="*/ 1771735 w 4724401"/>
              <a:gd name="connsiteY353" fmla="*/ 4619929 h 6858000"/>
              <a:gd name="connsiteX354" fmla="*/ 3104273 w 4724401"/>
              <a:gd name="connsiteY354" fmla="*/ 5076159 h 6858000"/>
              <a:gd name="connsiteX355" fmla="*/ 3113245 w 4724401"/>
              <a:gd name="connsiteY355" fmla="*/ 5090705 h 6858000"/>
              <a:gd name="connsiteX356" fmla="*/ 3126294 w 4724401"/>
              <a:gd name="connsiteY356" fmla="*/ 5114400 h 6858000"/>
              <a:gd name="connsiteX357" fmla="*/ 3937433 w 4724401"/>
              <a:gd name="connsiteY357" fmla="*/ 4830473 h 6858000"/>
              <a:gd name="connsiteX358" fmla="*/ 3590475 w 4724401"/>
              <a:gd name="connsiteY358" fmla="*/ 4597974 h 6858000"/>
              <a:gd name="connsiteX359" fmla="*/ 3100264 w 4724401"/>
              <a:gd name="connsiteY359" fmla="*/ 4579845 h 6858000"/>
              <a:gd name="connsiteX360" fmla="*/ 2183576 w 4724401"/>
              <a:gd name="connsiteY360" fmla="*/ 4227150 h 6858000"/>
              <a:gd name="connsiteX361" fmla="*/ 2151029 w 4724401"/>
              <a:gd name="connsiteY361" fmla="*/ 4146947 h 6858000"/>
              <a:gd name="connsiteX362" fmla="*/ 3563434 w 4724401"/>
              <a:gd name="connsiteY362" fmla="*/ 4469115 h 6858000"/>
              <a:gd name="connsiteX363" fmla="*/ 3177952 w 4724401"/>
              <a:gd name="connsiteY363" fmla="*/ 3657386 h 6858000"/>
              <a:gd name="connsiteX364" fmla="*/ 3174829 w 4724401"/>
              <a:gd name="connsiteY364" fmla="*/ 3620110 h 6858000"/>
              <a:gd name="connsiteX365" fmla="*/ 3429186 w 4724401"/>
              <a:gd name="connsiteY365" fmla="*/ 3458784 h 6858000"/>
              <a:gd name="connsiteX366" fmla="*/ 3446761 w 4724401"/>
              <a:gd name="connsiteY366" fmla="*/ 3461278 h 6858000"/>
              <a:gd name="connsiteX367" fmla="*/ 4419733 w 4724401"/>
              <a:gd name="connsiteY367" fmla="*/ 3963555 h 6858000"/>
              <a:gd name="connsiteX368" fmla="*/ 4659448 w 4724401"/>
              <a:gd name="connsiteY368" fmla="*/ 4172746 h 6858000"/>
              <a:gd name="connsiteX369" fmla="*/ 4724401 w 4724401"/>
              <a:gd name="connsiteY369" fmla="*/ 4275524 h 6858000"/>
              <a:gd name="connsiteX370" fmla="*/ 4724401 w 4724401"/>
              <a:gd name="connsiteY370" fmla="*/ 4519331 h 6858000"/>
              <a:gd name="connsiteX371" fmla="*/ 4695727 w 4724401"/>
              <a:gd name="connsiteY371" fmla="*/ 4489837 h 6858000"/>
              <a:gd name="connsiteX372" fmla="*/ 4036318 w 4724401"/>
              <a:gd name="connsiteY372" fmla="*/ 4147013 h 6858000"/>
              <a:gd name="connsiteX373" fmla="*/ 3432098 w 4724401"/>
              <a:gd name="connsiteY373" fmla="*/ 3537312 h 6858000"/>
              <a:gd name="connsiteX374" fmla="*/ 3429186 w 4724401"/>
              <a:gd name="connsiteY374" fmla="*/ 3458784 h 6858000"/>
              <a:gd name="connsiteX375" fmla="*/ 4287835 w 4724401"/>
              <a:gd name="connsiteY375" fmla="*/ 3252276 h 6858000"/>
              <a:gd name="connsiteX376" fmla="*/ 4305321 w 4724401"/>
              <a:gd name="connsiteY376" fmla="*/ 3256953 h 6858000"/>
              <a:gd name="connsiteX377" fmla="*/ 4633631 w 4724401"/>
              <a:gd name="connsiteY377" fmla="*/ 3503706 h 6858000"/>
              <a:gd name="connsiteX378" fmla="*/ 4724401 w 4724401"/>
              <a:gd name="connsiteY378" fmla="*/ 3579225 h 6858000"/>
              <a:gd name="connsiteX379" fmla="*/ 4724401 w 4724401"/>
              <a:gd name="connsiteY379" fmla="*/ 3637622 h 6858000"/>
              <a:gd name="connsiteX380" fmla="*/ 4594837 w 4724401"/>
              <a:gd name="connsiteY380" fmla="*/ 3532274 h 6858000"/>
              <a:gd name="connsiteX381" fmla="*/ 4441737 w 4724401"/>
              <a:gd name="connsiteY381" fmla="*/ 3399734 h 6858000"/>
              <a:gd name="connsiteX382" fmla="*/ 4431236 w 4724401"/>
              <a:gd name="connsiteY382" fmla="*/ 3400954 h 6858000"/>
              <a:gd name="connsiteX383" fmla="*/ 4557150 w 4724401"/>
              <a:gd name="connsiteY383" fmla="*/ 3510023 h 6858000"/>
              <a:gd name="connsiteX384" fmla="*/ 4709959 w 4724401"/>
              <a:gd name="connsiteY384" fmla="*/ 3658245 h 6858000"/>
              <a:gd name="connsiteX385" fmla="*/ 4724401 w 4724401"/>
              <a:gd name="connsiteY385" fmla="*/ 3673072 h 6858000"/>
              <a:gd name="connsiteX386" fmla="*/ 4724401 w 4724401"/>
              <a:gd name="connsiteY386" fmla="*/ 3718516 h 6858000"/>
              <a:gd name="connsiteX387" fmla="*/ 4642986 w 4724401"/>
              <a:gd name="connsiteY387" fmla="*/ 3635718 h 6858000"/>
              <a:gd name="connsiteX388" fmla="*/ 4440129 w 4724401"/>
              <a:gd name="connsiteY388" fmla="*/ 3448571 h 6858000"/>
              <a:gd name="connsiteX389" fmla="*/ 4700658 w 4724401"/>
              <a:gd name="connsiteY389" fmla="*/ 3767518 h 6858000"/>
              <a:gd name="connsiteX390" fmla="*/ 4724401 w 4724401"/>
              <a:gd name="connsiteY390" fmla="*/ 3790032 h 6858000"/>
              <a:gd name="connsiteX391" fmla="*/ 4724401 w 4724401"/>
              <a:gd name="connsiteY391" fmla="*/ 3871856 h 6858000"/>
              <a:gd name="connsiteX392" fmla="*/ 4649232 w 4724401"/>
              <a:gd name="connsiteY392" fmla="*/ 3785028 h 6858000"/>
              <a:gd name="connsiteX393" fmla="*/ 4294126 w 4724401"/>
              <a:gd name="connsiteY393" fmla="*/ 3303048 h 6858000"/>
              <a:gd name="connsiteX394" fmla="*/ 4287835 w 4724401"/>
              <a:gd name="connsiteY394" fmla="*/ 3252276 h 6858000"/>
              <a:gd name="connsiteX395" fmla="*/ 1318687 w 4724401"/>
              <a:gd name="connsiteY395" fmla="*/ 3113840 h 6858000"/>
              <a:gd name="connsiteX396" fmla="*/ 1066793 w 4724401"/>
              <a:gd name="connsiteY396" fmla="*/ 3212171 h 6858000"/>
              <a:gd name="connsiteX397" fmla="*/ 993319 w 4724401"/>
              <a:gd name="connsiteY397" fmla="*/ 3247648 h 6858000"/>
              <a:gd name="connsiteX398" fmla="*/ 853081 w 4724401"/>
              <a:gd name="connsiteY398" fmla="*/ 3312410 h 6858000"/>
              <a:gd name="connsiteX399" fmla="*/ 805957 w 4724401"/>
              <a:gd name="connsiteY399" fmla="*/ 3330443 h 6858000"/>
              <a:gd name="connsiteX400" fmla="*/ 1318687 w 4724401"/>
              <a:gd name="connsiteY400" fmla="*/ 3113840 h 6858000"/>
              <a:gd name="connsiteX401" fmla="*/ 1238695 w 4724401"/>
              <a:gd name="connsiteY401" fmla="*/ 3076820 h 6858000"/>
              <a:gd name="connsiteX402" fmla="*/ 716371 w 4724401"/>
              <a:gd name="connsiteY402" fmla="*/ 3293249 h 6858000"/>
              <a:gd name="connsiteX403" fmla="*/ 579522 w 4724401"/>
              <a:gd name="connsiteY403" fmla="*/ 3371759 h 6858000"/>
              <a:gd name="connsiteX404" fmla="*/ 600288 w 4724401"/>
              <a:gd name="connsiteY404" fmla="*/ 3365555 h 6858000"/>
              <a:gd name="connsiteX405" fmla="*/ 840692 w 4724401"/>
              <a:gd name="connsiteY405" fmla="*/ 3284921 h 6858000"/>
              <a:gd name="connsiteX406" fmla="*/ 979248 w 4724401"/>
              <a:gd name="connsiteY406" fmla="*/ 3221003 h 6858000"/>
              <a:gd name="connsiteX407" fmla="*/ 1053282 w 4724401"/>
              <a:gd name="connsiteY407" fmla="*/ 3185247 h 6858000"/>
              <a:gd name="connsiteX408" fmla="*/ 1320603 w 4724401"/>
              <a:gd name="connsiteY408" fmla="*/ 3081281 h 6858000"/>
              <a:gd name="connsiteX409" fmla="*/ 1238695 w 4724401"/>
              <a:gd name="connsiteY409" fmla="*/ 3076820 h 6858000"/>
              <a:gd name="connsiteX410" fmla="*/ 2399523 w 4724401"/>
              <a:gd name="connsiteY410" fmla="*/ 1428234 h 6858000"/>
              <a:gd name="connsiteX411" fmla="*/ 2224982 w 4724401"/>
              <a:gd name="connsiteY411" fmla="*/ 1826201 h 6858000"/>
              <a:gd name="connsiteX412" fmla="*/ 2096099 w 4724401"/>
              <a:gd name="connsiteY412" fmla="*/ 2345900 h 6858000"/>
              <a:gd name="connsiteX413" fmla="*/ 2283317 w 4724401"/>
              <a:gd name="connsiteY413" fmla="*/ 1796925 h 6858000"/>
              <a:gd name="connsiteX414" fmla="*/ 2448558 w 4724401"/>
              <a:gd name="connsiteY414" fmla="*/ 1373435 h 6858000"/>
              <a:gd name="connsiteX415" fmla="*/ 2312521 w 4724401"/>
              <a:gd name="connsiteY415" fmla="*/ 1806140 h 6858000"/>
              <a:gd name="connsiteX416" fmla="*/ 2127533 w 4724401"/>
              <a:gd name="connsiteY416" fmla="*/ 2348380 h 6858000"/>
              <a:gd name="connsiteX417" fmla="*/ 2358080 w 4724401"/>
              <a:gd name="connsiteY417" fmla="*/ 1866134 h 6858000"/>
              <a:gd name="connsiteX418" fmla="*/ 2407436 w 4724401"/>
              <a:gd name="connsiteY418" fmla="*/ 1651070 h 6858000"/>
              <a:gd name="connsiteX419" fmla="*/ 2448558 w 4724401"/>
              <a:gd name="connsiteY419" fmla="*/ 1373435 h 6858000"/>
              <a:gd name="connsiteX420" fmla="*/ 278707 w 4724401"/>
              <a:gd name="connsiteY420" fmla="*/ 1352270 h 6858000"/>
              <a:gd name="connsiteX421" fmla="*/ 321570 w 4724401"/>
              <a:gd name="connsiteY421" fmla="*/ 1861610 h 6858000"/>
              <a:gd name="connsiteX422" fmla="*/ 294281 w 4724401"/>
              <a:gd name="connsiteY422" fmla="*/ 1440658 h 6858000"/>
              <a:gd name="connsiteX423" fmla="*/ 1423821 w 4724401"/>
              <a:gd name="connsiteY423" fmla="*/ 1351958 h 6858000"/>
              <a:gd name="connsiteX424" fmla="*/ 1638521 w 4724401"/>
              <a:gd name="connsiteY424" fmla="*/ 1908470 h 6858000"/>
              <a:gd name="connsiteX425" fmla="*/ 1754199 w 4724401"/>
              <a:gd name="connsiteY425" fmla="*/ 2149284 h 6858000"/>
              <a:gd name="connsiteX426" fmla="*/ 1908359 w 4724401"/>
              <a:gd name="connsiteY426" fmla="*/ 2364988 h 6858000"/>
              <a:gd name="connsiteX427" fmla="*/ 1647661 w 4724401"/>
              <a:gd name="connsiteY427" fmla="*/ 1825945 h 6858000"/>
              <a:gd name="connsiteX428" fmla="*/ 1423821 w 4724401"/>
              <a:gd name="connsiteY428" fmla="*/ 1351958 h 6858000"/>
              <a:gd name="connsiteX429" fmla="*/ 1431890 w 4724401"/>
              <a:gd name="connsiteY429" fmla="*/ 1306475 h 6858000"/>
              <a:gd name="connsiteX430" fmla="*/ 1507597 w 4724401"/>
              <a:gd name="connsiteY430" fmla="*/ 1446132 h 6858000"/>
              <a:gd name="connsiteX431" fmla="*/ 1674586 w 4724401"/>
              <a:gd name="connsiteY431" fmla="*/ 1813832 h 6858000"/>
              <a:gd name="connsiteX432" fmla="*/ 1815950 w 4724401"/>
              <a:gd name="connsiteY432" fmla="*/ 2128564 h 6858000"/>
              <a:gd name="connsiteX433" fmla="*/ 1984242 w 4724401"/>
              <a:gd name="connsiteY433" fmla="*/ 2430829 h 6858000"/>
              <a:gd name="connsiteX434" fmla="*/ 2014023 w 4724401"/>
              <a:gd name="connsiteY434" fmla="*/ 2450995 h 6858000"/>
              <a:gd name="connsiteX435" fmla="*/ 1747337 w 4724401"/>
              <a:gd name="connsiteY435" fmla="*/ 1855264 h 6858000"/>
              <a:gd name="connsiteX436" fmla="*/ 1533749 w 4724401"/>
              <a:gd name="connsiteY436" fmla="*/ 1478656 h 6858000"/>
              <a:gd name="connsiteX437" fmla="*/ 1431890 w 4724401"/>
              <a:gd name="connsiteY437" fmla="*/ 1306475 h 6858000"/>
              <a:gd name="connsiteX438" fmla="*/ 655236 w 4724401"/>
              <a:gd name="connsiteY438" fmla="*/ 1268632 h 6858000"/>
              <a:gd name="connsiteX439" fmla="*/ 839521 w 4724401"/>
              <a:gd name="connsiteY439" fmla="*/ 1685315 h 6858000"/>
              <a:gd name="connsiteX440" fmla="*/ 1109416 w 4724401"/>
              <a:gd name="connsiteY440" fmla="*/ 2061663 h 6858000"/>
              <a:gd name="connsiteX441" fmla="*/ 1298300 w 4724401"/>
              <a:gd name="connsiteY441" fmla="*/ 2247742 h 6858000"/>
              <a:gd name="connsiteX442" fmla="*/ 1125871 w 4724401"/>
              <a:gd name="connsiteY442" fmla="*/ 1989513 h 6858000"/>
              <a:gd name="connsiteX443" fmla="*/ 981574 w 4724401"/>
              <a:gd name="connsiteY443" fmla="*/ 1783157 h 6858000"/>
              <a:gd name="connsiteX444" fmla="*/ 922198 w 4724401"/>
              <a:gd name="connsiteY444" fmla="*/ 1677437 h 6858000"/>
              <a:gd name="connsiteX445" fmla="*/ 869293 w 4724401"/>
              <a:gd name="connsiteY445" fmla="*/ 1583214 h 6858000"/>
              <a:gd name="connsiteX446" fmla="*/ 751431 w 4724401"/>
              <a:gd name="connsiteY446" fmla="*/ 1405731 h 6858000"/>
              <a:gd name="connsiteX447" fmla="*/ 291466 w 4724401"/>
              <a:gd name="connsiteY447" fmla="*/ 1250369 h 6858000"/>
              <a:gd name="connsiteX448" fmla="*/ 323180 w 4724401"/>
              <a:gd name="connsiteY448" fmla="*/ 1435283 h 6858000"/>
              <a:gd name="connsiteX449" fmla="*/ 349381 w 4724401"/>
              <a:gd name="connsiteY449" fmla="*/ 1875041 h 6858000"/>
              <a:gd name="connsiteX450" fmla="*/ 374363 w 4724401"/>
              <a:gd name="connsiteY450" fmla="*/ 1506494 h 6858000"/>
              <a:gd name="connsiteX451" fmla="*/ 302168 w 4724401"/>
              <a:gd name="connsiteY451" fmla="*/ 1274495 h 6858000"/>
              <a:gd name="connsiteX452" fmla="*/ 291466 w 4724401"/>
              <a:gd name="connsiteY452" fmla="*/ 1250369 h 6858000"/>
              <a:gd name="connsiteX453" fmla="*/ 678222 w 4724401"/>
              <a:gd name="connsiteY453" fmla="*/ 1248670 h 6858000"/>
              <a:gd name="connsiteX454" fmla="*/ 775536 w 4724401"/>
              <a:gd name="connsiteY454" fmla="*/ 1388015 h 6858000"/>
              <a:gd name="connsiteX455" fmla="*/ 894529 w 4724401"/>
              <a:gd name="connsiteY455" fmla="*/ 1567739 h 6858000"/>
              <a:gd name="connsiteX456" fmla="*/ 948000 w 4724401"/>
              <a:gd name="connsiteY456" fmla="*/ 1663088 h 6858000"/>
              <a:gd name="connsiteX457" fmla="*/ 1006812 w 4724401"/>
              <a:gd name="connsiteY457" fmla="*/ 1767683 h 6858000"/>
              <a:gd name="connsiteX458" fmla="*/ 1149133 w 4724401"/>
              <a:gd name="connsiteY458" fmla="*/ 1971513 h 6858000"/>
              <a:gd name="connsiteX459" fmla="*/ 1333952 w 4724401"/>
              <a:gd name="connsiteY459" fmla="*/ 2251620 h 6858000"/>
              <a:gd name="connsiteX460" fmla="*/ 1337329 w 4724401"/>
              <a:gd name="connsiteY460" fmla="*/ 2258350 h 6858000"/>
              <a:gd name="connsiteX461" fmla="*/ 1014726 w 4724401"/>
              <a:gd name="connsiteY461" fmla="*/ 1615556 h 6858000"/>
              <a:gd name="connsiteX462" fmla="*/ 678222 w 4724401"/>
              <a:gd name="connsiteY462" fmla="*/ 1248670 h 6858000"/>
              <a:gd name="connsiteX463" fmla="*/ 4002475 w 4724401"/>
              <a:gd name="connsiteY463" fmla="*/ 1037802 h 6858000"/>
              <a:gd name="connsiteX464" fmla="*/ 4000324 w 4724401"/>
              <a:gd name="connsiteY464" fmla="*/ 1039362 h 6858000"/>
              <a:gd name="connsiteX465" fmla="*/ 4002862 w 4724401"/>
              <a:gd name="connsiteY465" fmla="*/ 1042866 h 6858000"/>
              <a:gd name="connsiteX466" fmla="*/ 4002475 w 4724401"/>
              <a:gd name="connsiteY466" fmla="*/ 1037802 h 6858000"/>
              <a:gd name="connsiteX467" fmla="*/ 506322 w 4724401"/>
              <a:gd name="connsiteY467" fmla="*/ 1020997 h 6858000"/>
              <a:gd name="connsiteX468" fmla="*/ 533068 w 4724401"/>
              <a:gd name="connsiteY468" fmla="*/ 1029409 h 6858000"/>
              <a:gd name="connsiteX469" fmla="*/ 1232525 w 4724401"/>
              <a:gd name="connsiteY469" fmla="*/ 1804675 h 6858000"/>
              <a:gd name="connsiteX470" fmla="*/ 1388858 w 4724401"/>
              <a:gd name="connsiteY470" fmla="*/ 2368011 h 6858000"/>
              <a:gd name="connsiteX471" fmla="*/ 1384098 w 4724401"/>
              <a:gd name="connsiteY471" fmla="*/ 2378125 h 6858000"/>
              <a:gd name="connsiteX472" fmla="*/ 1425393 w 4724401"/>
              <a:gd name="connsiteY472" fmla="*/ 2589124 h 6858000"/>
              <a:gd name="connsiteX473" fmla="*/ 1424001 w 4724401"/>
              <a:gd name="connsiteY473" fmla="*/ 2597541 h 6858000"/>
              <a:gd name="connsiteX474" fmla="*/ 2152729 w 4724401"/>
              <a:gd name="connsiteY474" fmla="*/ 2864487 h 6858000"/>
              <a:gd name="connsiteX475" fmla="*/ 2020609 w 4724401"/>
              <a:gd name="connsiteY475" fmla="*/ 2539671 h 6858000"/>
              <a:gd name="connsiteX476" fmla="*/ 2018920 w 4724401"/>
              <a:gd name="connsiteY476" fmla="*/ 2536309 h 6858000"/>
              <a:gd name="connsiteX477" fmla="*/ 1342441 w 4724401"/>
              <a:gd name="connsiteY477" fmla="*/ 1173017 h 6858000"/>
              <a:gd name="connsiteX478" fmla="*/ 1367925 w 4724401"/>
              <a:gd name="connsiteY478" fmla="*/ 1135648 h 6858000"/>
              <a:gd name="connsiteX479" fmla="*/ 1771401 w 4724401"/>
              <a:gd name="connsiteY479" fmla="*/ 1806673 h 6858000"/>
              <a:gd name="connsiteX480" fmla="*/ 1972385 w 4724401"/>
              <a:gd name="connsiteY480" fmla="*/ 2198735 h 6858000"/>
              <a:gd name="connsiteX481" fmla="*/ 2040892 w 4724401"/>
              <a:gd name="connsiteY481" fmla="*/ 2405205 h 6858000"/>
              <a:gd name="connsiteX482" fmla="*/ 2131689 w 4724401"/>
              <a:gd name="connsiteY482" fmla="*/ 1936926 h 6858000"/>
              <a:gd name="connsiteX483" fmla="*/ 2454820 w 4724401"/>
              <a:gd name="connsiteY483" fmla="*/ 1248808 h 6858000"/>
              <a:gd name="connsiteX484" fmla="*/ 2492512 w 4724401"/>
              <a:gd name="connsiteY484" fmla="*/ 1302920 h 6858000"/>
              <a:gd name="connsiteX485" fmla="*/ 2081216 w 4724401"/>
              <a:gd name="connsiteY485" fmla="*/ 2527513 h 6858000"/>
              <a:gd name="connsiteX486" fmla="*/ 2081211 w 4724401"/>
              <a:gd name="connsiteY486" fmla="*/ 2528916 h 6858000"/>
              <a:gd name="connsiteX487" fmla="*/ 2199067 w 4724401"/>
              <a:gd name="connsiteY487" fmla="*/ 2884061 h 6858000"/>
              <a:gd name="connsiteX488" fmla="*/ 3192586 w 4724401"/>
              <a:gd name="connsiteY488" fmla="*/ 3411496 h 6858000"/>
              <a:gd name="connsiteX489" fmla="*/ 3182620 w 4724401"/>
              <a:gd name="connsiteY489" fmla="*/ 3483279 h 6858000"/>
              <a:gd name="connsiteX490" fmla="*/ 2435119 w 4724401"/>
              <a:gd name="connsiteY490" fmla="*/ 3080173 h 6858000"/>
              <a:gd name="connsiteX491" fmla="*/ 2410152 w 4724401"/>
              <a:gd name="connsiteY491" fmla="*/ 3063751 h 6858000"/>
              <a:gd name="connsiteX492" fmla="*/ 2408099 w 4724401"/>
              <a:gd name="connsiteY492" fmla="*/ 3064403 h 6858000"/>
              <a:gd name="connsiteX493" fmla="*/ 2407218 w 4724401"/>
              <a:gd name="connsiteY493" fmla="*/ 3070324 h 6858000"/>
              <a:gd name="connsiteX494" fmla="*/ 2380138 w 4724401"/>
              <a:gd name="connsiteY494" fmla="*/ 3099341 h 6858000"/>
              <a:gd name="connsiteX495" fmla="*/ 1765923 w 4724401"/>
              <a:gd name="connsiteY495" fmla="*/ 3581043 h 6858000"/>
              <a:gd name="connsiteX496" fmla="*/ 1702258 w 4724401"/>
              <a:gd name="connsiteY496" fmla="*/ 3612286 h 6858000"/>
              <a:gd name="connsiteX497" fmla="*/ 1538370 w 4724401"/>
              <a:gd name="connsiteY497" fmla="*/ 3811804 h 6858000"/>
              <a:gd name="connsiteX498" fmla="*/ 542867 w 4724401"/>
              <a:gd name="connsiteY498" fmla="*/ 4944092 h 6858000"/>
              <a:gd name="connsiteX499" fmla="*/ 515800 w 4724401"/>
              <a:gd name="connsiteY499" fmla="*/ 4862180 h 6858000"/>
              <a:gd name="connsiteX500" fmla="*/ 909145 w 4724401"/>
              <a:gd name="connsiteY500" fmla="*/ 4199225 h 6858000"/>
              <a:gd name="connsiteX501" fmla="*/ 1214067 w 4724401"/>
              <a:gd name="connsiteY501" fmla="*/ 3908561 h 6858000"/>
              <a:gd name="connsiteX502" fmla="*/ 640967 w 4724401"/>
              <a:gd name="connsiteY502" fmla="*/ 4105601 h 6858000"/>
              <a:gd name="connsiteX503" fmla="*/ 112563 w 4724401"/>
              <a:gd name="connsiteY503" fmla="*/ 4396952 h 6858000"/>
              <a:gd name="connsiteX504" fmla="*/ 0 w 4724401"/>
              <a:gd name="connsiteY504" fmla="*/ 4466006 h 6858000"/>
              <a:gd name="connsiteX505" fmla="*/ 0 w 4724401"/>
              <a:gd name="connsiteY505" fmla="*/ 4233763 h 6858000"/>
              <a:gd name="connsiteX506" fmla="*/ 36881 w 4724401"/>
              <a:gd name="connsiteY506" fmla="*/ 4200118 h 6858000"/>
              <a:gd name="connsiteX507" fmla="*/ 910534 w 4724401"/>
              <a:gd name="connsiteY507" fmla="*/ 3629753 h 6858000"/>
              <a:gd name="connsiteX508" fmla="*/ 1578717 w 4724401"/>
              <a:gd name="connsiteY508" fmla="*/ 3575982 h 6858000"/>
              <a:gd name="connsiteX509" fmla="*/ 2338780 w 4724401"/>
              <a:gd name="connsiteY509" fmla="*/ 3033725 h 6858000"/>
              <a:gd name="connsiteX510" fmla="*/ 1807991 w 4724401"/>
              <a:gd name="connsiteY510" fmla="*/ 2807184 h 6858000"/>
              <a:gd name="connsiteX511" fmla="*/ 1416358 w 4724401"/>
              <a:gd name="connsiteY511" fmla="*/ 3112571 h 6858000"/>
              <a:gd name="connsiteX512" fmla="*/ 939066 w 4724401"/>
              <a:gd name="connsiteY512" fmla="*/ 3378798 h 6858000"/>
              <a:gd name="connsiteX513" fmla="*/ 115099 w 4724401"/>
              <a:gd name="connsiteY513" fmla="*/ 3607650 h 6858000"/>
              <a:gd name="connsiteX514" fmla="*/ 97284 w 4724401"/>
              <a:gd name="connsiteY514" fmla="*/ 3520393 h 6858000"/>
              <a:gd name="connsiteX515" fmla="*/ 922050 w 4724401"/>
              <a:gd name="connsiteY515" fmla="*/ 3074867 h 6858000"/>
              <a:gd name="connsiteX516" fmla="*/ 1405265 w 4724401"/>
              <a:gd name="connsiteY516" fmla="*/ 3016319 h 6858000"/>
              <a:gd name="connsiteX517" fmla="*/ 1407512 w 4724401"/>
              <a:gd name="connsiteY517" fmla="*/ 3018001 h 6858000"/>
              <a:gd name="connsiteX518" fmla="*/ 1726266 w 4724401"/>
              <a:gd name="connsiteY518" fmla="*/ 2777274 h 6858000"/>
              <a:gd name="connsiteX519" fmla="*/ 625390 w 4724401"/>
              <a:gd name="connsiteY519" fmla="*/ 2514541 h 6858000"/>
              <a:gd name="connsiteX520" fmla="*/ 619799 w 4724401"/>
              <a:gd name="connsiteY520" fmla="*/ 2527180 h 6858000"/>
              <a:gd name="connsiteX521" fmla="*/ 310030 w 4724401"/>
              <a:gd name="connsiteY521" fmla="*/ 2771818 h 6858000"/>
              <a:gd name="connsiteX522" fmla="*/ 173877 w 4724401"/>
              <a:gd name="connsiteY522" fmla="*/ 2937056 h 6858000"/>
              <a:gd name="connsiteX523" fmla="*/ 77889 w 4724401"/>
              <a:gd name="connsiteY523" fmla="*/ 3138440 h 6858000"/>
              <a:gd name="connsiteX524" fmla="*/ 0 w 4724401"/>
              <a:gd name="connsiteY524" fmla="*/ 3271395 h 6858000"/>
              <a:gd name="connsiteX525" fmla="*/ 0 w 4724401"/>
              <a:gd name="connsiteY525" fmla="*/ 3153002 h 6858000"/>
              <a:gd name="connsiteX526" fmla="*/ 2386 w 4724401"/>
              <a:gd name="connsiteY526" fmla="*/ 3149203 h 6858000"/>
              <a:gd name="connsiteX527" fmla="*/ 89753 w 4724401"/>
              <a:gd name="connsiteY527" fmla="*/ 2987702 h 6858000"/>
              <a:gd name="connsiteX528" fmla="*/ 76869 w 4724401"/>
              <a:gd name="connsiteY528" fmla="*/ 3005404 h 6858000"/>
              <a:gd name="connsiteX529" fmla="*/ 32049 w 4724401"/>
              <a:gd name="connsiteY529" fmla="*/ 3065814 h 6858000"/>
              <a:gd name="connsiteX530" fmla="*/ 0 w 4724401"/>
              <a:gd name="connsiteY530" fmla="*/ 3108744 h 6858000"/>
              <a:gd name="connsiteX531" fmla="*/ 0 w 4724401"/>
              <a:gd name="connsiteY531" fmla="*/ 3058059 h 6858000"/>
              <a:gd name="connsiteX532" fmla="*/ 7610 w 4724401"/>
              <a:gd name="connsiteY532" fmla="*/ 3047889 h 6858000"/>
              <a:gd name="connsiteX533" fmla="*/ 52419 w 4724401"/>
              <a:gd name="connsiteY533" fmla="*/ 2987479 h 6858000"/>
              <a:gd name="connsiteX534" fmla="*/ 59142 w 4724401"/>
              <a:gd name="connsiteY534" fmla="*/ 2978488 h 6858000"/>
              <a:gd name="connsiteX535" fmla="*/ 0 w 4724401"/>
              <a:gd name="connsiteY535" fmla="*/ 3015334 h 6858000"/>
              <a:gd name="connsiteX536" fmla="*/ 0 w 4724401"/>
              <a:gd name="connsiteY536" fmla="*/ 2914286 h 6858000"/>
              <a:gd name="connsiteX537" fmla="*/ 36383 w 4724401"/>
              <a:gd name="connsiteY537" fmla="*/ 2901128 h 6858000"/>
              <a:gd name="connsiteX538" fmla="*/ 156329 w 4724401"/>
              <a:gd name="connsiteY538" fmla="*/ 2840533 h 6858000"/>
              <a:gd name="connsiteX539" fmla="*/ 358355 w 4724401"/>
              <a:gd name="connsiteY539" fmla="*/ 2620471 h 6858000"/>
              <a:gd name="connsiteX540" fmla="*/ 510577 w 4724401"/>
              <a:gd name="connsiteY540" fmla="*/ 2501244 h 6858000"/>
              <a:gd name="connsiteX541" fmla="*/ 211967 w 4724401"/>
              <a:gd name="connsiteY541" fmla="*/ 2479171 h 6858000"/>
              <a:gd name="connsiteX542" fmla="*/ 0 w 4724401"/>
              <a:gd name="connsiteY542" fmla="*/ 2476398 h 6858000"/>
              <a:gd name="connsiteX543" fmla="*/ 0 w 4724401"/>
              <a:gd name="connsiteY543" fmla="*/ 2389189 h 6858000"/>
              <a:gd name="connsiteX544" fmla="*/ 103062 w 4724401"/>
              <a:gd name="connsiteY544" fmla="*/ 2389518 h 6858000"/>
              <a:gd name="connsiteX545" fmla="*/ 510734 w 4724401"/>
              <a:gd name="connsiteY545" fmla="*/ 2416201 h 6858000"/>
              <a:gd name="connsiteX546" fmla="*/ 279257 w 4724401"/>
              <a:gd name="connsiteY546" fmla="*/ 2092102 h 6858000"/>
              <a:gd name="connsiteX547" fmla="*/ 65265 w 4724401"/>
              <a:gd name="connsiteY547" fmla="*/ 2006049 h 6858000"/>
              <a:gd name="connsiteX548" fmla="*/ 0 w 4724401"/>
              <a:gd name="connsiteY548" fmla="*/ 1982532 h 6858000"/>
              <a:gd name="connsiteX549" fmla="*/ 0 w 4724401"/>
              <a:gd name="connsiteY549" fmla="*/ 1912789 h 6858000"/>
              <a:gd name="connsiteX550" fmla="*/ 97460 w 4724401"/>
              <a:gd name="connsiteY550" fmla="*/ 1953725 h 6858000"/>
              <a:gd name="connsiteX551" fmla="*/ 221272 w 4724401"/>
              <a:gd name="connsiteY551" fmla="*/ 1980766 h 6858000"/>
              <a:gd name="connsiteX552" fmla="*/ 116765 w 4724401"/>
              <a:gd name="connsiteY552" fmla="*/ 1911033 h 6858000"/>
              <a:gd name="connsiteX553" fmla="*/ 16405 w 4724401"/>
              <a:gd name="connsiteY553" fmla="*/ 1803412 h 6858000"/>
              <a:gd name="connsiteX554" fmla="*/ 0 w 4724401"/>
              <a:gd name="connsiteY554" fmla="*/ 1784777 h 6858000"/>
              <a:gd name="connsiteX555" fmla="*/ 0 w 4724401"/>
              <a:gd name="connsiteY555" fmla="*/ 1740082 h 6858000"/>
              <a:gd name="connsiteX556" fmla="*/ 39394 w 4724401"/>
              <a:gd name="connsiteY556" fmla="*/ 1784856 h 6858000"/>
              <a:gd name="connsiteX557" fmla="*/ 135813 w 4724401"/>
              <a:gd name="connsiteY557" fmla="*/ 1888838 h 6858000"/>
              <a:gd name="connsiteX558" fmla="*/ 242575 w 4724401"/>
              <a:gd name="connsiteY558" fmla="*/ 1958841 h 6858000"/>
              <a:gd name="connsiteX559" fmla="*/ 82197 w 4724401"/>
              <a:gd name="connsiteY559" fmla="*/ 1754826 h 6858000"/>
              <a:gd name="connsiteX560" fmla="*/ 0 w 4724401"/>
              <a:gd name="connsiteY560" fmla="*/ 1679650 h 6858000"/>
              <a:gd name="connsiteX561" fmla="*/ 0 w 4724401"/>
              <a:gd name="connsiteY561" fmla="*/ 1602463 h 6858000"/>
              <a:gd name="connsiteX562" fmla="*/ 84689 w 4724401"/>
              <a:gd name="connsiteY562" fmla="*/ 1677442 h 6858000"/>
              <a:gd name="connsiteX563" fmla="*/ 298437 w 4724401"/>
              <a:gd name="connsiteY563" fmla="*/ 1968019 h 6858000"/>
              <a:gd name="connsiteX564" fmla="*/ 227269 w 4724401"/>
              <a:gd name="connsiteY564" fmla="*/ 1114064 h 6858000"/>
              <a:gd name="connsiteX565" fmla="*/ 248003 w 4724401"/>
              <a:gd name="connsiteY565" fmla="*/ 1089613 h 6858000"/>
              <a:gd name="connsiteX566" fmla="*/ 427020 w 4724401"/>
              <a:gd name="connsiteY566" fmla="*/ 1619803 h 6858000"/>
              <a:gd name="connsiteX567" fmla="*/ 340345 w 4724401"/>
              <a:gd name="connsiteY567" fmla="*/ 2027739 h 6858000"/>
              <a:gd name="connsiteX568" fmla="*/ 360865 w 4724401"/>
              <a:gd name="connsiteY568" fmla="*/ 2044827 h 6858000"/>
              <a:gd name="connsiteX569" fmla="*/ 560414 w 4724401"/>
              <a:gd name="connsiteY569" fmla="*/ 2421457 h 6858000"/>
              <a:gd name="connsiteX570" fmla="*/ 1359703 w 4724401"/>
              <a:gd name="connsiteY570" fmla="*/ 2578554 h 6858000"/>
              <a:gd name="connsiteX571" fmla="*/ 1359422 w 4724401"/>
              <a:gd name="connsiteY571" fmla="*/ 2577994 h 6858000"/>
              <a:gd name="connsiteX572" fmla="*/ 828701 w 4724401"/>
              <a:gd name="connsiteY572" fmla="*/ 1839520 h 6858000"/>
              <a:gd name="connsiteX573" fmla="*/ 494427 w 4724401"/>
              <a:gd name="connsiteY573" fmla="*/ 1092333 h 6858000"/>
              <a:gd name="connsiteX574" fmla="*/ 506322 w 4724401"/>
              <a:gd name="connsiteY574" fmla="*/ 1020997 h 6858000"/>
              <a:gd name="connsiteX575" fmla="*/ 4570198 w 4724401"/>
              <a:gd name="connsiteY575" fmla="*/ 978081 h 6858000"/>
              <a:gd name="connsiteX576" fmla="*/ 4523691 w 4724401"/>
              <a:gd name="connsiteY576" fmla="*/ 1127776 h 6858000"/>
              <a:gd name="connsiteX577" fmla="*/ 4509875 w 4724401"/>
              <a:gd name="connsiteY577" fmla="*/ 1167552 h 6858000"/>
              <a:gd name="connsiteX578" fmla="*/ 4478168 w 4724401"/>
              <a:gd name="connsiteY578" fmla="*/ 1260735 h 6858000"/>
              <a:gd name="connsiteX579" fmla="*/ 4409309 w 4724401"/>
              <a:gd name="connsiteY579" fmla="*/ 1666996 h 6858000"/>
              <a:gd name="connsiteX580" fmla="*/ 4370031 w 4724401"/>
              <a:gd name="connsiteY580" fmla="*/ 1955666 h 6858000"/>
              <a:gd name="connsiteX581" fmla="*/ 4570198 w 4724401"/>
              <a:gd name="connsiteY581" fmla="*/ 978081 h 6858000"/>
              <a:gd name="connsiteX582" fmla="*/ 4557898 w 4724401"/>
              <a:gd name="connsiteY582" fmla="*/ 900011 h 6858000"/>
              <a:gd name="connsiteX583" fmla="*/ 4344840 w 4724401"/>
              <a:gd name="connsiteY583" fmla="*/ 1922038 h 6858000"/>
              <a:gd name="connsiteX584" fmla="*/ 4378710 w 4724401"/>
              <a:gd name="connsiteY584" fmla="*/ 1665516 h 6858000"/>
              <a:gd name="connsiteX585" fmla="*/ 4448798 w 4724401"/>
              <a:gd name="connsiteY585" fmla="*/ 1253024 h 6858000"/>
              <a:gd name="connsiteX586" fmla="*/ 4480315 w 4724401"/>
              <a:gd name="connsiteY586" fmla="*/ 1158454 h 6858000"/>
              <a:gd name="connsiteX587" fmla="*/ 4494133 w 4724401"/>
              <a:gd name="connsiteY587" fmla="*/ 1118676 h 6858000"/>
              <a:gd name="connsiteX588" fmla="*/ 4557898 w 4724401"/>
              <a:gd name="connsiteY588" fmla="*/ 900011 h 6858000"/>
              <a:gd name="connsiteX589" fmla="*/ 3607114 w 4724401"/>
              <a:gd name="connsiteY589" fmla="*/ 467441 h 6858000"/>
              <a:gd name="connsiteX590" fmla="*/ 3296242 w 4724401"/>
              <a:gd name="connsiteY590" fmla="*/ 807991 h 6858000"/>
              <a:gd name="connsiteX591" fmla="*/ 3174674 w 4724401"/>
              <a:gd name="connsiteY591" fmla="*/ 919759 h 6858000"/>
              <a:gd name="connsiteX592" fmla="*/ 3042978 w 4724401"/>
              <a:gd name="connsiteY592" fmla="*/ 1054894 h 6858000"/>
              <a:gd name="connsiteX593" fmla="*/ 2968914 w 4724401"/>
              <a:gd name="connsiteY593" fmla="*/ 1133756 h 6858000"/>
              <a:gd name="connsiteX594" fmla="*/ 3103823 w 4724401"/>
              <a:gd name="connsiteY594" fmla="*/ 1026814 h 6858000"/>
              <a:gd name="connsiteX595" fmla="*/ 3607114 w 4724401"/>
              <a:gd name="connsiteY595" fmla="*/ 467441 h 6858000"/>
              <a:gd name="connsiteX596" fmla="*/ 3744487 w 4724401"/>
              <a:gd name="connsiteY596" fmla="*/ 383136 h 6858000"/>
              <a:gd name="connsiteX597" fmla="*/ 3970213 w 4724401"/>
              <a:gd name="connsiteY597" fmla="*/ 995559 h 6858000"/>
              <a:gd name="connsiteX598" fmla="*/ 3744487 w 4724401"/>
              <a:gd name="connsiteY598" fmla="*/ 383136 h 6858000"/>
              <a:gd name="connsiteX599" fmla="*/ 3624562 w 4724401"/>
              <a:gd name="connsiteY599" fmla="*/ 367041 h 6858000"/>
              <a:gd name="connsiteX600" fmla="*/ 3489712 w 4724401"/>
              <a:gd name="connsiteY600" fmla="*/ 485386 h 6858000"/>
              <a:gd name="connsiteX601" fmla="*/ 3182994 w 4724401"/>
              <a:gd name="connsiteY601" fmla="*/ 828265 h 6858000"/>
              <a:gd name="connsiteX602" fmla="*/ 2892114 w 4724401"/>
              <a:gd name="connsiteY602" fmla="*/ 1172635 h 6858000"/>
              <a:gd name="connsiteX603" fmla="*/ 3021459 w 4724401"/>
              <a:gd name="connsiteY603" fmla="*/ 1035385 h 6858000"/>
              <a:gd name="connsiteX604" fmla="*/ 3153873 w 4724401"/>
              <a:gd name="connsiteY604" fmla="*/ 898971 h 6858000"/>
              <a:gd name="connsiteX605" fmla="*/ 3276511 w 4724401"/>
              <a:gd name="connsiteY605" fmla="*/ 786423 h 6858000"/>
              <a:gd name="connsiteX606" fmla="*/ 3584154 w 4724401"/>
              <a:gd name="connsiteY606" fmla="*/ 448218 h 6858000"/>
              <a:gd name="connsiteX607" fmla="*/ 3624562 w 4724401"/>
              <a:gd name="connsiteY607" fmla="*/ 367041 h 6858000"/>
              <a:gd name="connsiteX608" fmla="*/ 3766672 w 4724401"/>
              <a:gd name="connsiteY608" fmla="*/ 359429 h 6858000"/>
              <a:gd name="connsiteX609" fmla="*/ 3996338 w 4724401"/>
              <a:gd name="connsiteY609" fmla="*/ 968237 h 6858000"/>
              <a:gd name="connsiteX610" fmla="*/ 3766672 w 4724401"/>
              <a:gd name="connsiteY610" fmla="*/ 359429 h 6858000"/>
              <a:gd name="connsiteX611" fmla="*/ 3882765 w 4724401"/>
              <a:gd name="connsiteY611" fmla="*/ 0 h 6858000"/>
              <a:gd name="connsiteX612" fmla="*/ 3995099 w 4724401"/>
              <a:gd name="connsiteY612" fmla="*/ 0 h 6858000"/>
              <a:gd name="connsiteX613" fmla="*/ 4163818 w 4724401"/>
              <a:gd name="connsiteY613" fmla="*/ 234104 h 6858000"/>
              <a:gd name="connsiteX614" fmla="*/ 4172099 w 4724401"/>
              <a:gd name="connsiteY614" fmla="*/ 234207 h 6858000"/>
              <a:gd name="connsiteX615" fmla="*/ 4628589 w 4724401"/>
              <a:gd name="connsiteY615" fmla="*/ 289746 h 6858000"/>
              <a:gd name="connsiteX616" fmla="*/ 4724401 w 4724401"/>
              <a:gd name="connsiteY616" fmla="*/ 281632 h 6858000"/>
              <a:gd name="connsiteX617" fmla="*/ 4724401 w 4724401"/>
              <a:gd name="connsiteY617" fmla="*/ 330664 h 6858000"/>
              <a:gd name="connsiteX618" fmla="*/ 4657975 w 4724401"/>
              <a:gd name="connsiteY618" fmla="*/ 338772 h 6858000"/>
              <a:gd name="connsiteX619" fmla="*/ 4227047 w 4724401"/>
              <a:gd name="connsiteY619" fmla="*/ 313415 h 6858000"/>
              <a:gd name="connsiteX620" fmla="*/ 4346041 w 4724401"/>
              <a:gd name="connsiteY620" fmla="*/ 456086 h 6858000"/>
              <a:gd name="connsiteX621" fmla="*/ 4599604 w 4724401"/>
              <a:gd name="connsiteY621" fmla="*/ 723178 h 6858000"/>
              <a:gd name="connsiteX622" fmla="*/ 4724401 w 4724401"/>
              <a:gd name="connsiteY622" fmla="*/ 833497 h 6858000"/>
              <a:gd name="connsiteX623" fmla="*/ 4724401 w 4724401"/>
              <a:gd name="connsiteY623" fmla="*/ 950118 h 6858000"/>
              <a:gd name="connsiteX624" fmla="*/ 4655015 w 4724401"/>
              <a:gd name="connsiteY624" fmla="*/ 891426 h 6858000"/>
              <a:gd name="connsiteX625" fmla="*/ 4348002 w 4724401"/>
              <a:gd name="connsiteY625" fmla="*/ 2205895 h 6858000"/>
              <a:gd name="connsiteX626" fmla="*/ 4262250 w 4724401"/>
              <a:gd name="connsiteY626" fmla="*/ 2219972 h 6858000"/>
              <a:gd name="connsiteX627" fmla="*/ 4550611 w 4724401"/>
              <a:gd name="connsiteY627" fmla="*/ 817540 h 6858000"/>
              <a:gd name="connsiteX628" fmla="*/ 4564418 w 4724401"/>
              <a:gd name="connsiteY628" fmla="*/ 808293 h 6858000"/>
              <a:gd name="connsiteX629" fmla="*/ 4266388 w 4724401"/>
              <a:gd name="connsiteY629" fmla="*/ 500083 h 6858000"/>
              <a:gd name="connsiteX630" fmla="*/ 4032842 w 4724401"/>
              <a:gd name="connsiteY630" fmla="*/ 211809 h 6858000"/>
              <a:gd name="connsiteX631" fmla="*/ 3721337 w 4724401"/>
              <a:gd name="connsiteY631" fmla="*/ 0 h 6858000"/>
              <a:gd name="connsiteX632" fmla="*/ 3797544 w 4724401"/>
              <a:gd name="connsiteY632" fmla="*/ 0 h 6858000"/>
              <a:gd name="connsiteX633" fmla="*/ 3775734 w 4724401"/>
              <a:gd name="connsiteY633" fmla="*/ 95131 h 6858000"/>
              <a:gd name="connsiteX634" fmla="*/ 3724807 w 4724401"/>
              <a:gd name="connsiteY634" fmla="*/ 272257 h 6858000"/>
              <a:gd name="connsiteX635" fmla="*/ 3726844 w 4724401"/>
              <a:gd name="connsiteY635" fmla="*/ 282988 h 6858000"/>
              <a:gd name="connsiteX636" fmla="*/ 3742664 w 4724401"/>
              <a:gd name="connsiteY636" fmla="*/ 279918 h 6858000"/>
              <a:gd name="connsiteX637" fmla="*/ 4103910 w 4724401"/>
              <a:gd name="connsiteY637" fmla="*/ 1161917 h 6858000"/>
              <a:gd name="connsiteX638" fmla="*/ 4020269 w 4724401"/>
              <a:gd name="connsiteY638" fmla="*/ 1200406 h 6858000"/>
              <a:gd name="connsiteX639" fmla="*/ 3674882 w 4724401"/>
              <a:gd name="connsiteY639" fmla="*/ 488524 h 6858000"/>
              <a:gd name="connsiteX640" fmla="*/ 3132682 w 4724401"/>
              <a:gd name="connsiteY640" fmla="*/ 1072284 h 6858000"/>
              <a:gd name="connsiteX641" fmla="*/ 2716346 w 4724401"/>
              <a:gd name="connsiteY641" fmla="*/ 1276376 h 6858000"/>
              <a:gd name="connsiteX642" fmla="*/ 2716772 w 4724401"/>
              <a:gd name="connsiteY642" fmla="*/ 1255462 h 6858000"/>
              <a:gd name="connsiteX643" fmla="*/ 3471096 w 4724401"/>
              <a:gd name="connsiteY643" fmla="*/ 437072 h 6858000"/>
              <a:gd name="connsiteX644" fmla="*/ 3639057 w 4724401"/>
              <a:gd name="connsiteY644" fmla="*/ 286334 h 6858000"/>
              <a:gd name="connsiteX645" fmla="*/ 3640309 w 4724401"/>
              <a:gd name="connsiteY645" fmla="*/ 284664 h 6858000"/>
              <a:gd name="connsiteX646" fmla="*/ 3646022 w 4724401"/>
              <a:gd name="connsiteY646" fmla="*/ 276711 h 6858000"/>
              <a:gd name="connsiteX647" fmla="*/ 3707943 w 4724401"/>
              <a:gd name="connsiteY647" fmla="*/ 65958 h 6858000"/>
              <a:gd name="connsiteX648" fmla="*/ 2867960 w 4724401"/>
              <a:gd name="connsiteY648" fmla="*/ 0 h 6858000"/>
              <a:gd name="connsiteX649" fmla="*/ 2926351 w 4724401"/>
              <a:gd name="connsiteY649" fmla="*/ 0 h 6858000"/>
              <a:gd name="connsiteX650" fmla="*/ 2902823 w 4724401"/>
              <a:gd name="connsiteY650" fmla="*/ 262929 h 6858000"/>
              <a:gd name="connsiteX651" fmla="*/ 2940663 w 4724401"/>
              <a:gd name="connsiteY651" fmla="*/ 140884 h 6858000"/>
              <a:gd name="connsiteX652" fmla="*/ 2947039 w 4724401"/>
              <a:gd name="connsiteY652" fmla="*/ 122524 h 6858000"/>
              <a:gd name="connsiteX653" fmla="*/ 2984316 w 4724401"/>
              <a:gd name="connsiteY653" fmla="*/ 0 h 6858000"/>
              <a:gd name="connsiteX654" fmla="*/ 3016114 w 4724401"/>
              <a:gd name="connsiteY654" fmla="*/ 0 h 6858000"/>
              <a:gd name="connsiteX655" fmla="*/ 2979949 w 4724401"/>
              <a:gd name="connsiteY655" fmla="*/ 119274 h 6858000"/>
              <a:gd name="connsiteX656" fmla="*/ 3023879 w 4724401"/>
              <a:gd name="connsiteY656" fmla="*/ 0 h 6858000"/>
              <a:gd name="connsiteX657" fmla="*/ 3105400 w 4724401"/>
              <a:gd name="connsiteY657" fmla="*/ 0 h 6858000"/>
              <a:gd name="connsiteX658" fmla="*/ 3094669 w 4724401"/>
              <a:gd name="connsiteY658" fmla="*/ 30308 h 6858000"/>
              <a:gd name="connsiteX659" fmla="*/ 2901945 w 4724401"/>
              <a:gd name="connsiteY659" fmla="*/ 466538 h 6858000"/>
              <a:gd name="connsiteX660" fmla="*/ 2815209 w 4724401"/>
              <a:gd name="connsiteY660" fmla="*/ 497361 h 6858000"/>
              <a:gd name="connsiteX661" fmla="*/ 2844845 w 4724401"/>
              <a:gd name="connsiteY661" fmla="*/ 127638 h 6858000"/>
              <a:gd name="connsiteX662" fmla="*/ 1057230 w 4724401"/>
              <a:gd name="connsiteY662" fmla="*/ 0 h 6858000"/>
              <a:gd name="connsiteX663" fmla="*/ 1111003 w 4724401"/>
              <a:gd name="connsiteY663" fmla="*/ 0 h 6858000"/>
              <a:gd name="connsiteX664" fmla="*/ 1125553 w 4724401"/>
              <a:gd name="connsiteY664" fmla="*/ 52588 h 6858000"/>
              <a:gd name="connsiteX665" fmla="*/ 1304276 w 4724401"/>
              <a:gd name="connsiteY665" fmla="*/ 476275 h 6858000"/>
              <a:gd name="connsiteX666" fmla="*/ 1492066 w 4724401"/>
              <a:gd name="connsiteY666" fmla="*/ 886333 h 6858000"/>
              <a:gd name="connsiteX667" fmla="*/ 1423698 w 4724401"/>
              <a:gd name="connsiteY667" fmla="*/ 710817 h 6858000"/>
              <a:gd name="connsiteX668" fmla="*/ 1357609 w 4724401"/>
              <a:gd name="connsiteY668" fmla="*/ 532892 h 6858000"/>
              <a:gd name="connsiteX669" fmla="*/ 1309550 w 4724401"/>
              <a:gd name="connsiteY669" fmla="*/ 374031 h 6858000"/>
              <a:gd name="connsiteX670" fmla="*/ 1193673 w 4724401"/>
              <a:gd name="connsiteY670" fmla="*/ 49533 h 6858000"/>
              <a:gd name="connsiteX671" fmla="*/ 1164391 w 4724401"/>
              <a:gd name="connsiteY671" fmla="*/ 0 h 6858000"/>
              <a:gd name="connsiteX672" fmla="*/ 1200666 w 4724401"/>
              <a:gd name="connsiteY672" fmla="*/ 0 h 6858000"/>
              <a:gd name="connsiteX673" fmla="*/ 1223408 w 4724401"/>
              <a:gd name="connsiteY673" fmla="*/ 38996 h 6858000"/>
              <a:gd name="connsiteX674" fmla="*/ 1339635 w 4724401"/>
              <a:gd name="connsiteY674" fmla="*/ 365517 h 6858000"/>
              <a:gd name="connsiteX675" fmla="*/ 1387469 w 4724401"/>
              <a:gd name="connsiteY675" fmla="*/ 523079 h 6858000"/>
              <a:gd name="connsiteX676" fmla="*/ 1452685 w 4724401"/>
              <a:gd name="connsiteY676" fmla="*/ 699806 h 6858000"/>
              <a:gd name="connsiteX677" fmla="*/ 1492092 w 4724401"/>
              <a:gd name="connsiteY677" fmla="*/ 800424 h 6858000"/>
              <a:gd name="connsiteX678" fmla="*/ 1455302 w 4724401"/>
              <a:gd name="connsiteY678" fmla="*/ 632913 h 6858000"/>
              <a:gd name="connsiteX679" fmla="*/ 1222336 w 4724401"/>
              <a:gd name="connsiteY679" fmla="*/ 9480 h 6858000"/>
              <a:gd name="connsiteX680" fmla="*/ 1214634 w 4724401"/>
              <a:gd name="connsiteY680" fmla="*/ 0 h 6858000"/>
              <a:gd name="connsiteX681" fmla="*/ 1289827 w 4724401"/>
              <a:gd name="connsiteY681" fmla="*/ 0 h 6858000"/>
              <a:gd name="connsiteX682" fmla="*/ 1321076 w 4724401"/>
              <a:gd name="connsiteY682" fmla="*/ 59722 h 6858000"/>
              <a:gd name="connsiteX683" fmla="*/ 1512579 w 4724401"/>
              <a:gd name="connsiteY683" fmla="*/ 626441 h 6858000"/>
              <a:gd name="connsiteX684" fmla="*/ 1506076 w 4724401"/>
              <a:gd name="connsiteY684" fmla="*/ 1089289 h 6858000"/>
              <a:gd name="connsiteX685" fmla="*/ 1486346 w 4724401"/>
              <a:gd name="connsiteY685" fmla="*/ 1079919 h 6858000"/>
              <a:gd name="connsiteX686" fmla="*/ 1070511 w 4724401"/>
              <a:gd name="connsiteY686" fmla="*/ 48609 h 6858000"/>
              <a:gd name="connsiteX687" fmla="*/ 43151 w 4724401"/>
              <a:gd name="connsiteY687" fmla="*/ 0 h 6858000"/>
              <a:gd name="connsiteX688" fmla="*/ 95283 w 4724401"/>
              <a:gd name="connsiteY688" fmla="*/ 0 h 6858000"/>
              <a:gd name="connsiteX689" fmla="*/ 300708 w 4724401"/>
              <a:gd name="connsiteY689" fmla="*/ 154571 h 6858000"/>
              <a:gd name="connsiteX690" fmla="*/ 530414 w 4724401"/>
              <a:gd name="connsiteY690" fmla="*/ 354673 h 6858000"/>
              <a:gd name="connsiteX691" fmla="*/ 333785 w 4724401"/>
              <a:gd name="connsiteY691" fmla="*/ 161564 h 6858000"/>
              <a:gd name="connsiteX692" fmla="*/ 147005 w 4724401"/>
              <a:gd name="connsiteY692" fmla="*/ 0 h 6858000"/>
              <a:gd name="connsiteX693" fmla="*/ 272509 w 4724401"/>
              <a:gd name="connsiteY693" fmla="*/ 0 h 6858000"/>
              <a:gd name="connsiteX694" fmla="*/ 326276 w 4724401"/>
              <a:gd name="connsiteY694" fmla="*/ 45847 h 6858000"/>
              <a:gd name="connsiteX695" fmla="*/ 823759 w 4724401"/>
              <a:gd name="connsiteY695" fmla="*/ 574145 h 6858000"/>
              <a:gd name="connsiteX696" fmla="*/ 811254 w 4724401"/>
              <a:gd name="connsiteY696" fmla="*/ 665546 h 6858000"/>
              <a:gd name="connsiteX697" fmla="*/ 154042 w 4724401"/>
              <a:gd name="connsiteY697" fmla="*/ 261522 h 6858000"/>
              <a:gd name="connsiteX698" fmla="*/ 13550 w 4724401"/>
              <a:gd name="connsiteY698" fmla="*/ 158423 h 6858000"/>
              <a:gd name="connsiteX699" fmla="*/ 0 w 4724401"/>
              <a:gd name="connsiteY699" fmla="*/ 146618 h 6858000"/>
              <a:gd name="connsiteX700" fmla="*/ 0 w 4724401"/>
              <a:gd name="connsiteY700" fmla="*/ 59161 h 6858000"/>
              <a:gd name="connsiteX701" fmla="*/ 45427 w 4724401"/>
              <a:gd name="connsiteY701" fmla="*/ 101078 h 6858000"/>
              <a:gd name="connsiteX702" fmla="*/ 630103 w 4724401"/>
              <a:gd name="connsiteY702" fmla="*/ 485885 h 6858000"/>
              <a:gd name="connsiteX703" fmla="*/ 532040 w 4724401"/>
              <a:gd name="connsiteY703" fmla="*/ 399359 h 6858000"/>
              <a:gd name="connsiteX704" fmla="*/ 517618 w 4724401"/>
              <a:gd name="connsiteY704" fmla="*/ 385726 h 6858000"/>
              <a:gd name="connsiteX705" fmla="*/ 285074 w 4724401"/>
              <a:gd name="connsiteY705"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Lst>
            <a:rect l="l" t="t" r="r" b="b"/>
            <a:pathLst>
              <a:path w="4724401" h="6858000">
                <a:moveTo>
                  <a:pt x="369702" y="6712169"/>
                </a:moveTo>
                <a:lnTo>
                  <a:pt x="366575" y="6715556"/>
                </a:lnTo>
                <a:cubicBezTo>
                  <a:pt x="367954" y="6715031"/>
                  <a:pt x="369326" y="6714512"/>
                  <a:pt x="371637" y="6713954"/>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4724401" y="6289099"/>
                </a:moveTo>
                <a:lnTo>
                  <a:pt x="4724401" y="6407899"/>
                </a:lnTo>
                <a:lnTo>
                  <a:pt x="4689678" y="6440241"/>
                </a:ln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593999" y="6408904"/>
                  <a:pt x="4626518" y="6376648"/>
                  <a:pt x="4660205" y="6345369"/>
                </a:cubicBezTo>
                <a:close/>
                <a:moveTo>
                  <a:pt x="4724401" y="6198577"/>
                </a:moveTo>
                <a:lnTo>
                  <a:pt x="4724401" y="6238480"/>
                </a:lnTo>
                <a:lnTo>
                  <a:pt x="4689789" y="6268382"/>
                </a:ln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lose/>
                <a:moveTo>
                  <a:pt x="4724401" y="5924240"/>
                </a:moveTo>
                <a:lnTo>
                  <a:pt x="4724401" y="6044002"/>
                </a:lnTo>
                <a:lnTo>
                  <a:pt x="4695216" y="6071545"/>
                </a:lnTo>
                <a:cubicBezTo>
                  <a:pt x="4548599" y="6220767"/>
                  <a:pt x="4426366" y="6399245"/>
                  <a:pt x="4317146" y="6587716"/>
                </a:cubicBezTo>
                <a:lnTo>
                  <a:pt x="4171627" y="6858000"/>
                </a:lnTo>
                <a:lnTo>
                  <a:pt x="4081585" y="6858000"/>
                </a:lnTo>
                <a:lnTo>
                  <a:pt x="4238603" y="6559341"/>
                </a:lnTo>
                <a:cubicBezTo>
                  <a:pt x="4349147" y="6364728"/>
                  <a:pt x="4472301" y="6179172"/>
                  <a:pt x="4620848" y="6021419"/>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724401" y="5202141"/>
                </a:moveTo>
                <a:lnTo>
                  <a:pt x="4724401" y="5319690"/>
                </a:lnTo>
                <a:lnTo>
                  <a:pt x="4690088" y="5349711"/>
                </a:lnTo>
                <a:cubicBezTo>
                  <a:pt x="4608685" y="5427949"/>
                  <a:pt x="4537495" y="5522778"/>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lnTo>
                  <a:pt x="4724401" y="5415874"/>
                </a:lnTo>
                <a:lnTo>
                  <a:pt x="4724401" y="5461678"/>
                </a:lnTo>
                <a:lnTo>
                  <a:pt x="4718341" y="5468043"/>
                </a:lnTo>
                <a:cubicBezTo>
                  <a:pt x="4681696" y="5506771"/>
                  <a:pt x="4644162" y="5546455"/>
                  <a:pt x="4604655" y="5583434"/>
                </a:cubicBezTo>
                <a:cubicBezTo>
                  <a:pt x="4591636" y="5595592"/>
                  <a:pt x="4578581" y="5606832"/>
                  <a:pt x="4565074" y="5618550"/>
                </a:cubicBezTo>
                <a:cubicBezTo>
                  <a:pt x="4601957" y="5591693"/>
                  <a:pt x="4641858" y="5563143"/>
                  <a:pt x="4682209" y="5532923"/>
                </a:cubicBezTo>
                <a:lnTo>
                  <a:pt x="4724401" y="5499248"/>
                </a:lnTo>
                <a:lnTo>
                  <a:pt x="4724401" y="5608295"/>
                </a:lnTo>
                <a:lnTo>
                  <a:pt x="4713577" y="5616803"/>
                </a:ln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616120" y="5290612"/>
                  <a:pt x="4648400" y="5259282"/>
                  <a:pt x="4682005" y="5231398"/>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3174829" y="3620110"/>
                </a:moveTo>
                <a:cubicBezTo>
                  <a:pt x="3177710" y="3619202"/>
                  <a:pt x="3182308" y="3620648"/>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195984" y="4765295"/>
                  <a:pt x="4406452" y="4726316"/>
                  <a:pt x="4618309" y="4699202"/>
                </a:cubicBezTo>
                <a:lnTo>
                  <a:pt x="4724401" y="4687606"/>
                </a:lnTo>
                <a:lnTo>
                  <a:pt x="4724401" y="4773345"/>
                </a:lnTo>
                <a:lnTo>
                  <a:pt x="4671155" y="4778608"/>
                </a:lnTo>
                <a:cubicBezTo>
                  <a:pt x="4474613" y="4803290"/>
                  <a:pt x="4279364" y="4838457"/>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2991" y="3646754"/>
                  <a:pt x="3166185" y="3622836"/>
                  <a:pt x="3174829" y="3620110"/>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24401" y="4275524"/>
                </a:lnTo>
                <a:lnTo>
                  <a:pt x="4724401" y="4519331"/>
                </a:lnTo>
                <a:lnTo>
                  <a:pt x="4695727" y="4489837"/>
                </a:lnTo>
                <a:cubicBezTo>
                  <a:pt x="4513213" y="4341718"/>
                  <a:pt x="4213060" y="4286653"/>
                  <a:pt x="4036318" y="4147013"/>
                </a:cubicBezTo>
                <a:cubicBezTo>
                  <a:pt x="3810777" y="3969273"/>
                  <a:pt x="3654591" y="3720297"/>
                  <a:pt x="3432098" y="3537312"/>
                </a:cubicBezTo>
                <a:cubicBezTo>
                  <a:pt x="3408505" y="3517876"/>
                  <a:pt x="3395188" y="3461306"/>
                  <a:pt x="3429186" y="3458784"/>
                </a:cubicBezTo>
                <a:close/>
                <a:moveTo>
                  <a:pt x="4287835" y="3252276"/>
                </a:moveTo>
                <a:cubicBezTo>
                  <a:pt x="4291252" y="3250181"/>
                  <a:pt x="4296821" y="3251122"/>
                  <a:pt x="4305321" y="3256953"/>
                </a:cubicBezTo>
                <a:cubicBezTo>
                  <a:pt x="4417921" y="3335817"/>
                  <a:pt x="4526830" y="3418438"/>
                  <a:pt x="4633631" y="3503706"/>
                </a:cubicBezTo>
                <a:lnTo>
                  <a:pt x="4724401" y="3579225"/>
                </a:lnTo>
                <a:lnTo>
                  <a:pt x="4724401" y="3637622"/>
                </a:lnTo>
                <a:lnTo>
                  <a:pt x="4594837" y="3532274"/>
                </a:ln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09378" y="3558235"/>
                  <a:pt x="4660155" y="3608017"/>
                  <a:pt x="4709959" y="3658245"/>
                </a:cubicBezTo>
                <a:lnTo>
                  <a:pt x="4724401" y="3673072"/>
                </a:lnTo>
                <a:lnTo>
                  <a:pt x="4724401" y="3718516"/>
                </a:lnTo>
                <a:lnTo>
                  <a:pt x="4642986" y="3635718"/>
                </a:lnTo>
                <a:cubicBezTo>
                  <a:pt x="4577419" y="3571274"/>
                  <a:pt x="4510044" y="3508184"/>
                  <a:pt x="4440129" y="3448571"/>
                </a:cubicBezTo>
                <a:cubicBezTo>
                  <a:pt x="4477976" y="3543407"/>
                  <a:pt x="4595539" y="3666345"/>
                  <a:pt x="4700658" y="3767518"/>
                </a:cubicBezTo>
                <a:lnTo>
                  <a:pt x="4724401" y="3790032"/>
                </a:lnTo>
                <a:lnTo>
                  <a:pt x="4724401" y="3871856"/>
                </a:lnTo>
                <a:lnTo>
                  <a:pt x="4649232" y="3785028"/>
                </a:lnTo>
                <a:cubicBezTo>
                  <a:pt x="4512119" y="3616669"/>
                  <a:pt x="4392441" y="3442504"/>
                  <a:pt x="4294126" y="3303048"/>
                </a:cubicBezTo>
                <a:cubicBezTo>
                  <a:pt x="4286701" y="3292165"/>
                  <a:pt x="4277584" y="3258559"/>
                  <a:pt x="4287835" y="3252276"/>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3882765" y="0"/>
                </a:moveTo>
                <a:lnTo>
                  <a:pt x="3995099" y="0"/>
                </a:lnTo>
                <a:lnTo>
                  <a:pt x="4163818" y="234104"/>
                </a:lnTo>
                <a:cubicBezTo>
                  <a:pt x="4167056" y="234046"/>
                  <a:pt x="4169933" y="233486"/>
                  <a:pt x="4172099" y="234207"/>
                </a:cubicBezTo>
                <a:cubicBezTo>
                  <a:pt x="4320772" y="276387"/>
                  <a:pt x="4473568" y="294979"/>
                  <a:pt x="4628589" y="289746"/>
                </a:cubicBezTo>
                <a:lnTo>
                  <a:pt x="4724401" y="281632"/>
                </a:lnTo>
                <a:lnTo>
                  <a:pt x="4724401" y="330664"/>
                </a:lnTo>
                <a:lnTo>
                  <a:pt x="4657975" y="338772"/>
                </a:lnTo>
                <a:cubicBezTo>
                  <a:pt x="4512264" y="350060"/>
                  <a:pt x="4368090" y="341672"/>
                  <a:pt x="4227047" y="313415"/>
                </a:cubicBezTo>
                <a:cubicBezTo>
                  <a:pt x="4265992" y="361495"/>
                  <a:pt x="4305481" y="409180"/>
                  <a:pt x="4346041" y="456086"/>
                </a:cubicBezTo>
                <a:cubicBezTo>
                  <a:pt x="4427343" y="550152"/>
                  <a:pt x="4511990" y="638932"/>
                  <a:pt x="4599604" y="723178"/>
                </a:cubicBezTo>
                <a:lnTo>
                  <a:pt x="4724401" y="833497"/>
                </a:lnTo>
                <a:lnTo>
                  <a:pt x="4724401" y="950118"/>
                </a:lnTo>
                <a:lnTo>
                  <a:pt x="4655015" y="891426"/>
                </a:ln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Text 0">
            <a:extLst>
              <a:ext uri="{FF2B5EF4-FFF2-40B4-BE49-F238E27FC236}">
                <a16:creationId xmlns:a16="http://schemas.microsoft.com/office/drawing/2014/main" id="{949E1534-141D-C7E1-B326-72C3BA53A551}"/>
              </a:ext>
            </a:extLst>
          </p:cNvPr>
          <p:cNvSpPr/>
          <p:nvPr/>
        </p:nvSpPr>
        <p:spPr>
          <a:xfrm>
            <a:off x="5968302" y="966325"/>
            <a:ext cx="7979688"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550"/>
              </a:lnSpc>
              <a:buNone/>
            </a:pPr>
            <a:r>
              <a:rPr lang="en-US" sz="4450" dirty="0">
                <a:solidFill>
                  <a:srgbClr val="FFFFFF"/>
                </a:solidFill>
                <a:latin typeface="Noto Serif Medium"/>
                <a:ea typeface="Noto Serif Medium" pitchFamily="34" charset="-122"/>
                <a:cs typeface="Noto Serif Medium" pitchFamily="34" charset="-120"/>
              </a:rPr>
              <a:t>Key Technologies &amp; Libraries</a:t>
            </a:r>
            <a:endParaRPr lang="en-US" sz="4450" dirty="0">
              <a:solidFill>
                <a:srgbClr val="FFFFFF"/>
              </a:solidFill>
              <a:latin typeface="Noto Serif Medium"/>
            </a:endParaRPr>
          </a:p>
        </p:txBody>
      </p:sp>
      <p:grpSp>
        <p:nvGrpSpPr>
          <p:cNvPr id="30" name="Group 29">
            <a:extLst>
              <a:ext uri="{FF2B5EF4-FFF2-40B4-BE49-F238E27FC236}">
                <a16:creationId xmlns:a16="http://schemas.microsoft.com/office/drawing/2014/main" id="{C6F56BD2-B58E-7F23-4B1D-9E6AE43C4783}"/>
              </a:ext>
            </a:extLst>
          </p:cNvPr>
          <p:cNvGrpSpPr/>
          <p:nvPr/>
        </p:nvGrpSpPr>
        <p:grpSpPr>
          <a:xfrm>
            <a:off x="5968302" y="2227955"/>
            <a:ext cx="3048000" cy="1579127"/>
            <a:chOff x="793790" y="3347918"/>
            <a:chExt cx="3048000" cy="1579127"/>
          </a:xfrm>
        </p:grpSpPr>
        <p:sp>
          <p:nvSpPr>
            <p:cNvPr id="53" name="Text 1">
              <a:extLst>
                <a:ext uri="{FF2B5EF4-FFF2-40B4-BE49-F238E27FC236}">
                  <a16:creationId xmlns:a16="http://schemas.microsoft.com/office/drawing/2014/main" id="{7C20DDC0-8E14-794E-B1D1-EE146B96F7E4}"/>
                </a:ext>
              </a:extLst>
            </p:cNvPr>
            <p:cNvSpPr/>
            <p:nvPr/>
          </p:nvSpPr>
          <p:spPr>
            <a:xfrm>
              <a:off x="793790" y="3347918"/>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FFFFFF"/>
                  </a:solidFill>
                  <a:latin typeface="Noto Serif Medium" pitchFamily="34" charset="0"/>
                  <a:ea typeface="Noto Serif Medium" pitchFamily="34" charset="-122"/>
                  <a:cs typeface="Noto Serif Medium" pitchFamily="34" charset="-120"/>
                </a:rPr>
                <a:t>Streamlit</a:t>
              </a:r>
              <a:endParaRPr lang="en-US" sz="2200" dirty="0">
                <a:solidFill>
                  <a:srgbClr val="FFFFFF"/>
                </a:solidFill>
              </a:endParaRPr>
            </a:p>
          </p:txBody>
        </p:sp>
        <p:sp>
          <p:nvSpPr>
            <p:cNvPr id="54" name="Text 2">
              <a:extLst>
                <a:ext uri="{FF2B5EF4-FFF2-40B4-BE49-F238E27FC236}">
                  <a16:creationId xmlns:a16="http://schemas.microsoft.com/office/drawing/2014/main" id="{B3966033-0C07-3388-542E-F85D3537EDF1}"/>
                </a:ext>
              </a:extLst>
            </p:cNvPr>
            <p:cNvSpPr/>
            <p:nvPr/>
          </p:nvSpPr>
          <p:spPr>
            <a:xfrm>
              <a:off x="793790" y="3838337"/>
              <a:ext cx="3048000"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FFFFFF"/>
                  </a:solidFill>
                  <a:latin typeface="Noto Serif" pitchFamily="34" charset="0"/>
                  <a:ea typeface="Noto Serif" pitchFamily="34" charset="-122"/>
                  <a:cs typeface="Noto Serif" pitchFamily="34" charset="-120"/>
                </a:rPr>
                <a:t>Rapid UI development for data applications with minimal code.</a:t>
              </a:r>
              <a:endParaRPr lang="en-US" sz="1750" dirty="0">
                <a:solidFill>
                  <a:srgbClr val="FFFFFF"/>
                </a:solidFill>
              </a:endParaRPr>
            </a:p>
          </p:txBody>
        </p:sp>
      </p:grpSp>
      <p:grpSp>
        <p:nvGrpSpPr>
          <p:cNvPr id="31" name="Group 30">
            <a:extLst>
              <a:ext uri="{FF2B5EF4-FFF2-40B4-BE49-F238E27FC236}">
                <a16:creationId xmlns:a16="http://schemas.microsoft.com/office/drawing/2014/main" id="{1565F05C-14C3-6E15-8DB5-8216A139BCA1}"/>
              </a:ext>
            </a:extLst>
          </p:cNvPr>
          <p:cNvGrpSpPr/>
          <p:nvPr/>
        </p:nvGrpSpPr>
        <p:grpSpPr>
          <a:xfrm>
            <a:off x="5968255" y="4269407"/>
            <a:ext cx="3048119" cy="1942029"/>
            <a:chOff x="4125278" y="3347918"/>
            <a:chExt cx="3048119" cy="1942029"/>
          </a:xfrm>
        </p:grpSpPr>
        <p:sp>
          <p:nvSpPr>
            <p:cNvPr id="44" name="Text 3">
              <a:extLst>
                <a:ext uri="{FF2B5EF4-FFF2-40B4-BE49-F238E27FC236}">
                  <a16:creationId xmlns:a16="http://schemas.microsoft.com/office/drawing/2014/main" id="{418341C5-7AD4-D2DC-D4C0-CF7CFA462E14}"/>
                </a:ext>
              </a:extLst>
            </p:cNvPr>
            <p:cNvSpPr/>
            <p:nvPr/>
          </p:nvSpPr>
          <p:spPr>
            <a:xfrm>
              <a:off x="4125278" y="3347918"/>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FFFFFF"/>
                  </a:solidFill>
                  <a:latin typeface="Noto Serif Medium" pitchFamily="34" charset="0"/>
                  <a:ea typeface="Noto Serif Medium" pitchFamily="34" charset="-122"/>
                  <a:cs typeface="Noto Serif Medium" pitchFamily="34" charset="-120"/>
                </a:rPr>
                <a:t>FastAPI</a:t>
              </a:r>
              <a:endParaRPr lang="en-US" sz="2200" dirty="0">
                <a:solidFill>
                  <a:srgbClr val="FFFFFF"/>
                </a:solidFill>
              </a:endParaRPr>
            </a:p>
          </p:txBody>
        </p:sp>
        <p:sp>
          <p:nvSpPr>
            <p:cNvPr id="46" name="Text 4">
              <a:extLst>
                <a:ext uri="{FF2B5EF4-FFF2-40B4-BE49-F238E27FC236}">
                  <a16:creationId xmlns:a16="http://schemas.microsoft.com/office/drawing/2014/main" id="{B993827B-9B33-ADCE-9BE3-3AD1816CCE7B}"/>
                </a:ext>
              </a:extLst>
            </p:cNvPr>
            <p:cNvSpPr/>
            <p:nvPr/>
          </p:nvSpPr>
          <p:spPr>
            <a:xfrm>
              <a:off x="4125278" y="3838337"/>
              <a:ext cx="3048119" cy="145161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FFFFFF"/>
                  </a:solidFill>
                  <a:latin typeface="Noto Serif" pitchFamily="34" charset="0"/>
                  <a:ea typeface="Noto Serif" pitchFamily="34" charset="-122"/>
                  <a:cs typeface="Noto Serif" pitchFamily="34" charset="-120"/>
                </a:rPr>
                <a:t>Modern, fast web framework for building APIs with automatic documentation.</a:t>
              </a:r>
              <a:endParaRPr lang="en-US" sz="1750" dirty="0">
                <a:solidFill>
                  <a:srgbClr val="FFFFFF"/>
                </a:solidFill>
              </a:endParaRPr>
            </a:p>
          </p:txBody>
        </p:sp>
      </p:grpSp>
      <p:grpSp>
        <p:nvGrpSpPr>
          <p:cNvPr id="32" name="Group 31">
            <a:extLst>
              <a:ext uri="{FF2B5EF4-FFF2-40B4-BE49-F238E27FC236}">
                <a16:creationId xmlns:a16="http://schemas.microsoft.com/office/drawing/2014/main" id="{505B0790-075D-B0FB-0DB0-B4C1FF7254F2}"/>
              </a:ext>
            </a:extLst>
          </p:cNvPr>
          <p:cNvGrpSpPr/>
          <p:nvPr/>
        </p:nvGrpSpPr>
        <p:grpSpPr>
          <a:xfrm>
            <a:off x="9959079" y="2164160"/>
            <a:ext cx="3048119" cy="1949117"/>
            <a:chOff x="7456884" y="3340830"/>
            <a:chExt cx="3048119" cy="1949117"/>
          </a:xfrm>
        </p:grpSpPr>
        <p:sp>
          <p:nvSpPr>
            <p:cNvPr id="40" name="Text 5">
              <a:extLst>
                <a:ext uri="{FF2B5EF4-FFF2-40B4-BE49-F238E27FC236}">
                  <a16:creationId xmlns:a16="http://schemas.microsoft.com/office/drawing/2014/main" id="{3BEB72C3-DA0D-D40D-AE29-4A5E2C5FFD5F}"/>
                </a:ext>
              </a:extLst>
            </p:cNvPr>
            <p:cNvSpPr/>
            <p:nvPr/>
          </p:nvSpPr>
          <p:spPr>
            <a:xfrm>
              <a:off x="7456884" y="3340830"/>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FFFFFF"/>
                  </a:solidFill>
                  <a:latin typeface="Noto Serif Medium" pitchFamily="34" charset="0"/>
                  <a:ea typeface="Noto Serif Medium" pitchFamily="34" charset="-122"/>
                  <a:cs typeface="Noto Serif Medium" pitchFamily="34" charset="-120"/>
                </a:rPr>
                <a:t>Requests</a:t>
              </a:r>
              <a:endParaRPr lang="en-US" sz="2200" dirty="0">
                <a:solidFill>
                  <a:srgbClr val="FFFFFF"/>
                </a:solidFill>
              </a:endParaRPr>
            </a:p>
          </p:txBody>
        </p:sp>
        <p:sp>
          <p:nvSpPr>
            <p:cNvPr id="42" name="Text 6">
              <a:extLst>
                <a:ext uri="{FF2B5EF4-FFF2-40B4-BE49-F238E27FC236}">
                  <a16:creationId xmlns:a16="http://schemas.microsoft.com/office/drawing/2014/main" id="{96300F5C-93AB-B029-7EFC-5040A7BE0E1C}"/>
                </a:ext>
              </a:extLst>
            </p:cNvPr>
            <p:cNvSpPr/>
            <p:nvPr/>
          </p:nvSpPr>
          <p:spPr>
            <a:xfrm>
              <a:off x="7456884" y="3838337"/>
              <a:ext cx="3048119" cy="145161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FFFFFF"/>
                  </a:solidFill>
                  <a:latin typeface="Noto Serif" pitchFamily="34" charset="0"/>
                  <a:ea typeface="Noto Serif" pitchFamily="34" charset="-122"/>
                  <a:cs typeface="Noto Serif" pitchFamily="34" charset="-120"/>
                </a:rPr>
                <a:t>Elegant HTTP library for seamless API communication and data exchange.</a:t>
              </a:r>
              <a:endParaRPr lang="en-US" sz="1750" dirty="0">
                <a:solidFill>
                  <a:srgbClr val="FFFFFF"/>
                </a:solidFill>
              </a:endParaRPr>
            </a:p>
          </p:txBody>
        </p:sp>
      </p:grpSp>
      <p:grpSp>
        <p:nvGrpSpPr>
          <p:cNvPr id="34" name="Group 33">
            <a:extLst>
              <a:ext uri="{FF2B5EF4-FFF2-40B4-BE49-F238E27FC236}">
                <a16:creationId xmlns:a16="http://schemas.microsoft.com/office/drawing/2014/main" id="{EAC8C2F1-EA56-2843-556D-0A0E3C8F53ED}"/>
              </a:ext>
            </a:extLst>
          </p:cNvPr>
          <p:cNvGrpSpPr/>
          <p:nvPr/>
        </p:nvGrpSpPr>
        <p:grpSpPr>
          <a:xfrm>
            <a:off x="9959152" y="4269407"/>
            <a:ext cx="3048119" cy="1942029"/>
            <a:chOff x="10788491" y="3347918"/>
            <a:chExt cx="3048119" cy="1942029"/>
          </a:xfrm>
        </p:grpSpPr>
        <p:sp>
          <p:nvSpPr>
            <p:cNvPr id="36" name="Text 7">
              <a:extLst>
                <a:ext uri="{FF2B5EF4-FFF2-40B4-BE49-F238E27FC236}">
                  <a16:creationId xmlns:a16="http://schemas.microsoft.com/office/drawing/2014/main" id="{2A70E0CF-EBE5-0691-4A07-00864BDCBC39}"/>
                </a:ext>
              </a:extLst>
            </p:cNvPr>
            <p:cNvSpPr/>
            <p:nvPr/>
          </p:nvSpPr>
          <p:spPr>
            <a:xfrm>
              <a:off x="10788491" y="3347918"/>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FFFFFF"/>
                  </a:solidFill>
                  <a:latin typeface="Noto Serif Medium" pitchFamily="34" charset="0"/>
                  <a:ea typeface="Noto Serif Medium" pitchFamily="34" charset="-122"/>
                  <a:cs typeface="Noto Serif Medium" pitchFamily="34" charset="-120"/>
                </a:rPr>
                <a:t>Python-dotenv</a:t>
              </a:r>
              <a:endParaRPr lang="en-US" sz="2200" dirty="0">
                <a:solidFill>
                  <a:srgbClr val="FFFFFF"/>
                </a:solidFill>
              </a:endParaRPr>
            </a:p>
          </p:txBody>
        </p:sp>
        <p:sp>
          <p:nvSpPr>
            <p:cNvPr id="38" name="Text 8">
              <a:extLst>
                <a:ext uri="{FF2B5EF4-FFF2-40B4-BE49-F238E27FC236}">
                  <a16:creationId xmlns:a16="http://schemas.microsoft.com/office/drawing/2014/main" id="{9C9D616F-9647-6FC9-6010-DD47469BCB38}"/>
                </a:ext>
              </a:extLst>
            </p:cNvPr>
            <p:cNvSpPr/>
            <p:nvPr/>
          </p:nvSpPr>
          <p:spPr>
            <a:xfrm>
              <a:off x="10788491" y="3838337"/>
              <a:ext cx="3048119" cy="145161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FFFFFF"/>
                  </a:solidFill>
                  <a:latin typeface="Noto Serif" pitchFamily="34" charset="0"/>
                  <a:ea typeface="Noto Serif" pitchFamily="34" charset="-122"/>
                  <a:cs typeface="Noto Serif" pitchFamily="34" charset="-120"/>
                </a:rPr>
                <a:t>Secure credential management through environment variable loading.</a:t>
              </a:r>
              <a:endParaRPr lang="en-US" sz="1750" dirty="0">
                <a:solidFill>
                  <a:srgbClr val="FFFFFF"/>
                </a:solidFill>
              </a:endParaRPr>
            </a:p>
          </p:txBody>
        </p:sp>
      </p:grpSp>
      <p:sp>
        <p:nvSpPr>
          <p:cNvPr id="55" name="Text 9">
            <a:extLst>
              <a:ext uri="{FF2B5EF4-FFF2-40B4-BE49-F238E27FC236}">
                <a16:creationId xmlns:a16="http://schemas.microsoft.com/office/drawing/2014/main" id="{F73E6390-7876-9302-970B-B4730100D40F}"/>
              </a:ext>
            </a:extLst>
          </p:cNvPr>
          <p:cNvSpPr/>
          <p:nvPr/>
        </p:nvSpPr>
        <p:spPr>
          <a:xfrm rot="-10800000" flipV="1">
            <a:off x="5968301" y="6412670"/>
            <a:ext cx="8513352" cy="80528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750" dirty="0">
                <a:solidFill>
                  <a:srgbClr val="FFFFFF"/>
                </a:solidFill>
                <a:latin typeface="Noto Serif" pitchFamily="34" charset="0"/>
                <a:ea typeface="Noto Serif" pitchFamily="34" charset="-122"/>
                <a:cs typeface="Noto Serif" pitchFamily="34" charset="-120"/>
              </a:rPr>
              <a:t>This modular, secure architecture demonstrates professional software engineering practices with clear separation of concerns, robust error handling, and scalable design patterns.</a:t>
            </a:r>
            <a:endParaRPr lang="en-US" sz="1750"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Files in folders">
            <a:extLst>
              <a:ext uri="{FF2B5EF4-FFF2-40B4-BE49-F238E27FC236}">
                <a16:creationId xmlns:a16="http://schemas.microsoft.com/office/drawing/2014/main" id="{24F2E905-7D0F-B26C-D939-570672300B86}"/>
              </a:ext>
            </a:extLst>
          </p:cNvPr>
          <p:cNvPicPr>
            <a:picLocks noChangeAspect="1"/>
          </p:cNvPicPr>
          <p:nvPr/>
        </p:nvPicPr>
        <p:blipFill>
          <a:blip r:embed="rId2"/>
          <a:srcRect t="6321" r="23414" b="2772"/>
          <a:stretch>
            <a:fillRect/>
          </a:stretch>
        </p:blipFill>
        <p:spPr>
          <a:xfrm>
            <a:off x="4228185" y="10"/>
            <a:ext cx="10402215" cy="8229590"/>
          </a:xfrm>
          <a:prstGeom prst="rect">
            <a:avLst/>
          </a:prstGeom>
        </p:spPr>
      </p:pic>
      <p:sp>
        <p:nvSpPr>
          <p:cNvPr id="17" name="Rectangle 1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1207047" cy="82296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A343B52-D9FF-54AF-5E95-3F0334192DAF}"/>
              </a:ext>
            </a:extLst>
          </p:cNvPr>
          <p:cNvSpPr txBox="1"/>
          <p:nvPr/>
        </p:nvSpPr>
        <p:spPr>
          <a:xfrm>
            <a:off x="1639957" y="397565"/>
            <a:ext cx="4860233" cy="854765"/>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lnSpcReduction="10000"/>
          </a:bodyPr>
          <a:lstStyle/>
          <a:p>
            <a:pPr>
              <a:lnSpc>
                <a:spcPct val="90000"/>
              </a:lnSpc>
              <a:spcBef>
                <a:spcPct val="0"/>
              </a:spcBef>
              <a:spcAft>
                <a:spcPts val="600"/>
              </a:spcAft>
            </a:pPr>
            <a:r>
              <a:rPr lang="en-US" sz="5800" dirty="0">
                <a:solidFill>
                  <a:schemeClr val="bg1"/>
                </a:solidFill>
                <a:latin typeface="Noto Serif"/>
                <a:ea typeface="Noto Serif"/>
                <a:cs typeface="Noto Serif"/>
              </a:rPr>
              <a:t>REFERENCES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11905" y="416149"/>
            <a:ext cx="175565" cy="8449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234" y="5456304"/>
            <a:ext cx="4773168" cy="21945"/>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DC90A17-ECF7-1B57-2988-395501BE64E3}"/>
              </a:ext>
            </a:extLst>
          </p:cNvPr>
          <p:cNvSpPr txBox="1"/>
          <p:nvPr/>
        </p:nvSpPr>
        <p:spPr>
          <a:xfrm>
            <a:off x="309093" y="1053548"/>
            <a:ext cx="8019898"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Noto Serif"/>
                <a:ea typeface="Noto Serif"/>
                <a:cs typeface="Noto Serif"/>
              </a:rPr>
              <a:t>This project used several key technologies, external APIs, and Python libraries. Below are the main references and their documentation links:</a:t>
            </a:r>
          </a:p>
          <a:p>
            <a:r>
              <a:rPr lang="en-US" dirty="0">
                <a:solidFill>
                  <a:srgbClr val="FF0000"/>
                </a:solidFill>
                <a:latin typeface="Noto Serif"/>
                <a:ea typeface="Noto Serif"/>
                <a:cs typeface="Noto Serif"/>
              </a:rPr>
              <a:t>Project Codebase  </a:t>
            </a:r>
          </a:p>
          <a:p>
            <a:r>
              <a:rPr lang="en-US" dirty="0">
                <a:solidFill>
                  <a:srgbClr val="FFFFFF"/>
                </a:solidFill>
                <a:latin typeface="Noto Serif"/>
                <a:ea typeface="Noto Serif"/>
                <a:cs typeface="Noto Serif"/>
              </a:rPr>
              <a:t>- GitHub Repository: [https://github.com/Ashutoshkr2154/youtube_videos_idea_generator](https://github.com/Ashutoshkr2154/youtube_videos_idea_generator)</a:t>
            </a:r>
          </a:p>
          <a:p>
            <a:r>
              <a:rPr lang="en-US" dirty="0">
                <a:solidFill>
                  <a:srgbClr val="FF0000"/>
                </a:solidFill>
                <a:latin typeface="Noto Serif"/>
                <a:ea typeface="Noto Serif"/>
                <a:cs typeface="Noto Serif"/>
              </a:rPr>
              <a:t>Core Technologies  </a:t>
            </a:r>
          </a:p>
          <a:p>
            <a:r>
              <a:rPr lang="en-US" dirty="0">
                <a:solidFill>
                  <a:srgbClr val="FFFFFF"/>
                </a:solidFill>
                <a:latin typeface="Noto Serif"/>
                <a:ea typeface="Noto Serif"/>
                <a:cs typeface="Noto Serif"/>
              </a:rPr>
              <a:t>- </a:t>
            </a:r>
            <a:r>
              <a:rPr lang="en-US" dirty="0" err="1">
                <a:solidFill>
                  <a:srgbClr val="FFFFFF"/>
                </a:solidFill>
                <a:latin typeface="Noto Serif"/>
                <a:ea typeface="Noto Serif"/>
                <a:cs typeface="Noto Serif"/>
              </a:rPr>
              <a:t>FastAPI</a:t>
            </a:r>
            <a:r>
              <a:rPr lang="en-US" dirty="0">
                <a:solidFill>
                  <a:srgbClr val="FFFFFF"/>
                </a:solidFill>
                <a:latin typeface="Noto Serif"/>
                <a:ea typeface="Noto Serif"/>
                <a:cs typeface="Noto Serif"/>
              </a:rPr>
              <a:t> – High-performance web framework for APIs.  </a:t>
            </a:r>
          </a:p>
          <a:p>
            <a:r>
              <a:rPr lang="en-US" dirty="0">
                <a:solidFill>
                  <a:srgbClr val="FFFFFF"/>
                </a:solidFill>
                <a:latin typeface="Noto Serif"/>
                <a:ea typeface="Noto Serif"/>
                <a:cs typeface="Noto Serif"/>
              </a:rPr>
              <a:t>  Docs: [https://fastapi.tiangolo.com/](https://fastapi.tiangolo.com/)  </a:t>
            </a:r>
          </a:p>
          <a:p>
            <a:r>
              <a:rPr lang="en-US" dirty="0">
                <a:solidFill>
                  <a:srgbClr val="FFFFFF"/>
                </a:solidFill>
                <a:latin typeface="Noto Serif"/>
                <a:ea typeface="Noto Serif"/>
                <a:cs typeface="Noto Serif"/>
              </a:rPr>
              <a:t>- </a:t>
            </a:r>
            <a:r>
              <a:rPr lang="en-US" dirty="0" err="1">
                <a:solidFill>
                  <a:srgbClr val="FFFFFF"/>
                </a:solidFill>
                <a:latin typeface="Noto Serif"/>
                <a:ea typeface="Noto Serif"/>
                <a:cs typeface="Noto Serif"/>
              </a:rPr>
              <a:t>Streamlit</a:t>
            </a:r>
            <a:r>
              <a:rPr lang="en-US" dirty="0">
                <a:solidFill>
                  <a:srgbClr val="FFFFFF"/>
                </a:solidFill>
                <a:latin typeface="Noto Serif"/>
                <a:ea typeface="Noto Serif"/>
                <a:cs typeface="Noto Serif"/>
              </a:rPr>
              <a:t> – Framework for building data/ML web apps.  </a:t>
            </a:r>
          </a:p>
          <a:p>
            <a:r>
              <a:rPr lang="en-US" dirty="0">
                <a:solidFill>
                  <a:srgbClr val="FFFFFF"/>
                </a:solidFill>
                <a:latin typeface="Noto Serif"/>
                <a:ea typeface="Noto Serif"/>
                <a:cs typeface="Noto Serif"/>
              </a:rPr>
              <a:t>  Docs: [https://streamlit.io/](https://streamlit.io/)  </a:t>
            </a:r>
          </a:p>
          <a:p>
            <a:r>
              <a:rPr lang="en-US" dirty="0">
                <a:solidFill>
                  <a:srgbClr val="FFFFFF"/>
                </a:solidFill>
                <a:latin typeface="Noto Serif"/>
                <a:ea typeface="Noto Serif"/>
                <a:cs typeface="Noto Serif"/>
              </a:rPr>
              <a:t>- </a:t>
            </a:r>
            <a:r>
              <a:rPr lang="en-US" dirty="0" err="1">
                <a:solidFill>
                  <a:srgbClr val="FFFFFF"/>
                </a:solidFill>
                <a:latin typeface="Noto Serif"/>
                <a:ea typeface="Noto Serif"/>
                <a:cs typeface="Noto Serif"/>
              </a:rPr>
              <a:t>Uvicorn</a:t>
            </a:r>
            <a:r>
              <a:rPr lang="en-US" dirty="0">
                <a:solidFill>
                  <a:srgbClr val="FFFFFF"/>
                </a:solidFill>
                <a:latin typeface="Noto Serif"/>
                <a:ea typeface="Noto Serif"/>
                <a:cs typeface="Noto Serif"/>
              </a:rPr>
              <a:t> – ASGI server for running </a:t>
            </a:r>
            <a:r>
              <a:rPr lang="en-US" dirty="0" err="1">
                <a:solidFill>
                  <a:srgbClr val="FFFFFF"/>
                </a:solidFill>
                <a:latin typeface="Noto Serif"/>
                <a:ea typeface="Noto Serif"/>
                <a:cs typeface="Noto Serif"/>
              </a:rPr>
              <a:t>FastAPI</a:t>
            </a:r>
            <a:r>
              <a:rPr lang="en-US" dirty="0">
                <a:solidFill>
                  <a:srgbClr val="FFFFFF"/>
                </a:solidFill>
                <a:latin typeface="Noto Serif"/>
                <a:ea typeface="Noto Serif"/>
                <a:cs typeface="Noto Serif"/>
              </a:rPr>
              <a:t> apps.  </a:t>
            </a:r>
          </a:p>
          <a:p>
            <a:r>
              <a:rPr lang="en-US" dirty="0">
                <a:solidFill>
                  <a:srgbClr val="FFFFFF"/>
                </a:solidFill>
                <a:latin typeface="Noto Serif"/>
                <a:ea typeface="Noto Serif"/>
                <a:cs typeface="Noto Serif"/>
              </a:rPr>
              <a:t>  Docs: [https://www.uvicorn.org/](https://www.uvicorn.org/)  </a:t>
            </a:r>
          </a:p>
          <a:p>
            <a:r>
              <a:rPr lang="en-US" dirty="0">
                <a:solidFill>
                  <a:srgbClr val="FFFFFF"/>
                </a:solidFill>
                <a:latin typeface="Noto Serif"/>
                <a:ea typeface="Noto Serif"/>
                <a:cs typeface="Noto Serif"/>
              </a:rPr>
              <a:t>- Python-</a:t>
            </a:r>
            <a:r>
              <a:rPr lang="en-US" dirty="0" err="1">
                <a:solidFill>
                  <a:srgbClr val="FFFFFF"/>
                </a:solidFill>
                <a:latin typeface="Noto Serif"/>
                <a:ea typeface="Noto Serif"/>
                <a:cs typeface="Noto Serif"/>
              </a:rPr>
              <a:t>dotenv</a:t>
            </a:r>
            <a:r>
              <a:rPr lang="en-US" dirty="0">
                <a:solidFill>
                  <a:srgbClr val="FFFFFF"/>
                </a:solidFill>
                <a:latin typeface="Noto Serif"/>
                <a:ea typeface="Noto Serif"/>
                <a:cs typeface="Noto Serif"/>
              </a:rPr>
              <a:t> – Loads environment variables from `.env` files.  </a:t>
            </a:r>
          </a:p>
          <a:p>
            <a:r>
              <a:rPr lang="en-US" dirty="0">
                <a:solidFill>
                  <a:srgbClr val="FFFFFF"/>
                </a:solidFill>
                <a:latin typeface="Noto Serif"/>
                <a:ea typeface="Noto Serif"/>
                <a:cs typeface="Noto Serif"/>
              </a:rPr>
              <a:t>  </a:t>
            </a:r>
            <a:r>
              <a:rPr lang="en-US" dirty="0" err="1">
                <a:solidFill>
                  <a:srgbClr val="FFFFFF"/>
                </a:solidFill>
                <a:latin typeface="Noto Serif"/>
                <a:ea typeface="Noto Serif"/>
                <a:cs typeface="Noto Serif"/>
              </a:rPr>
              <a:t>PyPI</a:t>
            </a:r>
            <a:r>
              <a:rPr lang="en-US" dirty="0">
                <a:solidFill>
                  <a:srgbClr val="FFFFFF"/>
                </a:solidFill>
                <a:latin typeface="Noto Serif"/>
                <a:ea typeface="Noto Serif"/>
                <a:cs typeface="Noto Serif"/>
              </a:rPr>
              <a:t>: [https://pypi.org/project/python-dotenv/](https://pypi.org/project/python-dotenv/)</a:t>
            </a:r>
          </a:p>
          <a:p>
            <a:endParaRPr lang="en-US" dirty="0">
              <a:solidFill>
                <a:srgbClr val="FFFFFF"/>
              </a:solidFill>
              <a:latin typeface="Noto Serif"/>
              <a:ea typeface="Noto Serif"/>
              <a:cs typeface="Noto Serif"/>
            </a:endParaRPr>
          </a:p>
          <a:p>
            <a:r>
              <a:rPr lang="en-US" dirty="0">
                <a:solidFill>
                  <a:srgbClr val="FF0000"/>
                </a:solidFill>
                <a:latin typeface="Noto Serif"/>
                <a:ea typeface="Noto Serif"/>
                <a:cs typeface="Noto Serif"/>
              </a:rPr>
              <a:t>External APIs  </a:t>
            </a:r>
          </a:p>
          <a:p>
            <a:r>
              <a:rPr lang="en-US" dirty="0">
                <a:solidFill>
                  <a:srgbClr val="FFFFFF"/>
                </a:solidFill>
                <a:latin typeface="Noto Serif"/>
                <a:ea typeface="Noto Serif"/>
                <a:cs typeface="Noto Serif"/>
              </a:rPr>
              <a:t>- Google YouTube Data API v3 – Used for video search and trend analysis.  </a:t>
            </a:r>
          </a:p>
          <a:p>
            <a:r>
              <a:rPr lang="en-US" dirty="0">
                <a:solidFill>
                  <a:srgbClr val="FFFFFF"/>
                </a:solidFill>
                <a:latin typeface="Noto Serif"/>
                <a:ea typeface="Noto Serif"/>
                <a:cs typeface="Noto Serif"/>
              </a:rPr>
              <a:t>  Docs: [https://developers.google.com/youtube/v3/docs](https://developers.google.com/youtube/v3/docs)  </a:t>
            </a:r>
          </a:p>
          <a:p>
            <a:r>
              <a:rPr lang="en-US" dirty="0">
                <a:solidFill>
                  <a:srgbClr val="FFFFFF"/>
                </a:solidFill>
                <a:latin typeface="Noto Serif"/>
                <a:ea typeface="Noto Serif"/>
                <a:cs typeface="Noto Serif"/>
              </a:rPr>
              <a:t>- </a:t>
            </a:r>
            <a:r>
              <a:rPr lang="en-US" dirty="0" err="1">
                <a:solidFill>
                  <a:srgbClr val="FFFFFF"/>
                </a:solidFill>
                <a:latin typeface="Noto Serif"/>
                <a:ea typeface="Noto Serif"/>
                <a:cs typeface="Noto Serif"/>
              </a:rPr>
              <a:t>SerpApi</a:t>
            </a:r>
            <a:r>
              <a:rPr lang="en-US" dirty="0">
                <a:solidFill>
                  <a:srgbClr val="FFFFFF"/>
                </a:solidFill>
                <a:latin typeface="Noto Serif"/>
                <a:ea typeface="Noto Serif"/>
                <a:cs typeface="Noto Serif"/>
              </a:rPr>
              <a:t> – Used to fetch Google Trends “Related Queries” data.  </a:t>
            </a:r>
          </a:p>
          <a:p>
            <a:r>
              <a:rPr lang="en-US" dirty="0">
                <a:solidFill>
                  <a:srgbClr val="FFFFFF"/>
                </a:solidFill>
                <a:latin typeface="Noto Serif"/>
                <a:ea typeface="Noto Serif"/>
                <a:cs typeface="Noto Serif"/>
              </a:rPr>
              <a:t>  Website: [https://serpapi.com/](https://serpapi.com/)</a:t>
            </a:r>
          </a:p>
          <a:p>
            <a:pPr algn="ctr"/>
            <a:endParaRPr lang="en-US" dirty="0">
              <a:solidFill>
                <a:srgbClr val="FFFFFF"/>
              </a:solidFill>
              <a:ea typeface="Calibri"/>
              <a:cs typeface="Calibri"/>
            </a:endParaRPr>
          </a:p>
        </p:txBody>
      </p:sp>
    </p:spTree>
    <p:extLst>
      <p:ext uri="{BB962C8B-B14F-4D97-AF65-F5344CB8AC3E}">
        <p14:creationId xmlns:p14="http://schemas.microsoft.com/office/powerpoint/2010/main" val="657653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en placed on top of a signature line">
            <a:extLst>
              <a:ext uri="{FF2B5EF4-FFF2-40B4-BE49-F238E27FC236}">
                <a16:creationId xmlns:a16="http://schemas.microsoft.com/office/drawing/2014/main" id="{82A2FA2B-C62B-E886-15BD-2070562511D4}"/>
              </a:ext>
            </a:extLst>
          </p:cNvPr>
          <p:cNvPicPr>
            <a:picLocks noChangeAspect="1"/>
          </p:cNvPicPr>
          <p:nvPr/>
        </p:nvPicPr>
        <p:blipFill>
          <a:blip r:embed="rId2">
            <a:alphaModFix amt="85000"/>
          </a:blip>
          <a:srcRect l="23412" r="1" b="9092"/>
          <a:stretch>
            <a:fillRect/>
          </a:stretch>
        </p:blipFill>
        <p:spPr>
          <a:xfrm>
            <a:off x="20" y="10"/>
            <a:ext cx="10402194" cy="8229590"/>
          </a:xfrm>
          <a:prstGeom prst="rect">
            <a:avLst/>
          </a:prstGeom>
        </p:spPr>
      </p:pic>
      <p:sp>
        <p:nvSpPr>
          <p:cNvPr id="13" name="Rectangle 12">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53982" y="0"/>
            <a:ext cx="10176416" cy="82296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F8C5403-C528-1C4D-2CA0-1D6A78EDE1C7}"/>
              </a:ext>
            </a:extLst>
          </p:cNvPr>
          <p:cNvSpPr txBox="1"/>
          <p:nvPr/>
        </p:nvSpPr>
        <p:spPr>
          <a:xfrm>
            <a:off x="9316878" y="925261"/>
            <a:ext cx="5315339" cy="192709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5800" dirty="0">
                <a:latin typeface="Noto Serif"/>
                <a:ea typeface="Noto Serif"/>
                <a:cs typeface="Noto Serif"/>
              </a:rPr>
              <a:t>CONCLUSION</a:t>
            </a:r>
          </a:p>
          <a:p>
            <a:pPr>
              <a:lnSpc>
                <a:spcPct val="90000"/>
              </a:lnSpc>
              <a:spcBef>
                <a:spcPct val="0"/>
              </a:spcBef>
              <a:spcAft>
                <a:spcPts val="600"/>
              </a:spcAft>
            </a:pPr>
            <a:endParaRPr lang="en-US" sz="5800">
              <a:latin typeface="+mj-lt"/>
              <a:ea typeface="+mj-ea"/>
              <a:cs typeface="+mj-cs"/>
            </a:endParaRP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756648" y="416149"/>
            <a:ext cx="175565" cy="8449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Rectangle: Rounded Corners 1">
            <a:extLst>
              <a:ext uri="{FF2B5EF4-FFF2-40B4-BE49-F238E27FC236}">
                <a16:creationId xmlns:a16="http://schemas.microsoft.com/office/drawing/2014/main" id="{8858252F-E0AA-9C0F-5C22-BE6C8B283313}"/>
              </a:ext>
            </a:extLst>
          </p:cNvPr>
          <p:cNvSpPr/>
          <p:nvPr/>
        </p:nvSpPr>
        <p:spPr>
          <a:xfrm>
            <a:off x="12698568" y="7675808"/>
            <a:ext cx="1854557" cy="4507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3">
            <a:extLst>
              <a:ext uri="{FF2B5EF4-FFF2-40B4-BE49-F238E27FC236}">
                <a16:creationId xmlns:a16="http://schemas.microsoft.com/office/drawing/2014/main" id="{6FF1F479-1810-FC3A-525C-225F5D648F50}"/>
              </a:ext>
            </a:extLst>
          </p:cNvPr>
          <p:cNvSpPr txBox="1"/>
          <p:nvPr/>
        </p:nvSpPr>
        <p:spPr>
          <a:xfrm>
            <a:off x="6428304" y="2303012"/>
            <a:ext cx="8124861" cy="627864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Noto Serif"/>
                <a:ea typeface="Noto Serif"/>
                <a:cs typeface="Noto Serif"/>
              </a:rPr>
              <a:t>The AI-Powered YouTube Idea Generator is a robust, modular application designed to transform trending data into engaging video content ideas. It integrates </a:t>
            </a:r>
            <a:r>
              <a:rPr lang="en-US" b="1" dirty="0">
                <a:latin typeface="Noto Serif"/>
                <a:ea typeface="Noto Serif"/>
                <a:cs typeface="Noto Serif"/>
              </a:rPr>
              <a:t>Google Trends</a:t>
            </a:r>
            <a:r>
              <a:rPr lang="en-US" dirty="0">
                <a:latin typeface="Noto Serif"/>
                <a:ea typeface="Noto Serif"/>
                <a:cs typeface="Noto Serif"/>
              </a:rPr>
              <a:t>, </a:t>
            </a:r>
            <a:r>
              <a:rPr lang="en-US" b="1" dirty="0">
                <a:latin typeface="Noto Serif"/>
                <a:ea typeface="Noto Serif"/>
                <a:cs typeface="Noto Serif"/>
              </a:rPr>
              <a:t>YouTube Data API</a:t>
            </a:r>
            <a:r>
              <a:rPr lang="en-US" dirty="0">
                <a:latin typeface="Noto Serif"/>
                <a:ea typeface="Noto Serif"/>
                <a:cs typeface="Noto Serif"/>
              </a:rPr>
              <a:t>, and </a:t>
            </a:r>
            <a:r>
              <a:rPr lang="en-US" b="1" dirty="0">
                <a:latin typeface="Noto Serif"/>
                <a:ea typeface="Noto Serif"/>
                <a:cs typeface="Noto Serif"/>
              </a:rPr>
              <a:t>AI services</a:t>
            </a:r>
            <a:r>
              <a:rPr lang="en-US" dirty="0">
                <a:latin typeface="Noto Serif"/>
                <a:ea typeface="Noto Serif"/>
                <a:cs typeface="Noto Serif"/>
              </a:rPr>
              <a:t> through a well-architected system comprising:</a:t>
            </a:r>
          </a:p>
          <a:p>
            <a:endParaRPr lang="en-US" dirty="0">
              <a:latin typeface="Noto Serif"/>
              <a:ea typeface="Noto Serif"/>
              <a:cs typeface="Noto Serif"/>
            </a:endParaRPr>
          </a:p>
          <a:p>
            <a:pPr marL="285750" indent="-285750">
              <a:buFont typeface="Arial"/>
              <a:buChar char="•"/>
            </a:pPr>
            <a:r>
              <a:rPr lang="en-US" dirty="0">
                <a:latin typeface="Noto Serif"/>
                <a:ea typeface="Noto Serif"/>
                <a:cs typeface="Noto Serif"/>
              </a:rPr>
              <a:t>A </a:t>
            </a:r>
            <a:r>
              <a:rPr lang="en-US" b="1" err="1">
                <a:latin typeface="Noto Serif"/>
                <a:ea typeface="Noto Serif"/>
                <a:cs typeface="Noto Serif"/>
              </a:rPr>
              <a:t>Streamlit</a:t>
            </a:r>
            <a:r>
              <a:rPr lang="en-US" b="1" dirty="0">
                <a:latin typeface="Noto Serif"/>
                <a:ea typeface="Noto Serif"/>
                <a:cs typeface="Noto Serif"/>
              </a:rPr>
              <a:t>-based frontend</a:t>
            </a:r>
            <a:r>
              <a:rPr lang="en-US" dirty="0">
                <a:latin typeface="Noto Serif"/>
                <a:ea typeface="Noto Serif"/>
                <a:cs typeface="Noto Serif"/>
              </a:rPr>
              <a:t> for intuitive user interaction.</a:t>
            </a:r>
          </a:p>
          <a:p>
            <a:endParaRPr lang="en-US" dirty="0">
              <a:latin typeface="Noto Serif"/>
              <a:ea typeface="Noto Serif"/>
              <a:cs typeface="Noto Serif"/>
            </a:endParaRPr>
          </a:p>
          <a:p>
            <a:pPr marL="285750" indent="-285750">
              <a:buFont typeface="Arial"/>
              <a:buChar char="•"/>
            </a:pPr>
            <a:r>
              <a:rPr lang="en-US" dirty="0">
                <a:latin typeface="Noto Serif"/>
                <a:ea typeface="Noto Serif"/>
                <a:cs typeface="Noto Serif"/>
              </a:rPr>
              <a:t>A </a:t>
            </a:r>
            <a:r>
              <a:rPr lang="en-US" b="1" err="1">
                <a:latin typeface="Noto Serif"/>
                <a:ea typeface="Noto Serif"/>
                <a:cs typeface="Noto Serif"/>
              </a:rPr>
              <a:t>FastAPI</a:t>
            </a:r>
            <a:r>
              <a:rPr lang="en-US" b="1" dirty="0">
                <a:latin typeface="Noto Serif"/>
                <a:ea typeface="Noto Serif"/>
                <a:cs typeface="Noto Serif"/>
              </a:rPr>
              <a:t> backend</a:t>
            </a:r>
            <a:r>
              <a:rPr lang="en-US" dirty="0">
                <a:latin typeface="Noto Serif"/>
                <a:ea typeface="Noto Serif"/>
                <a:cs typeface="Noto Serif"/>
              </a:rPr>
              <a:t> that orchestrates data flow and API communication.</a:t>
            </a:r>
          </a:p>
          <a:p>
            <a:endParaRPr lang="en-US" dirty="0">
              <a:latin typeface="Noto Serif"/>
              <a:ea typeface="Noto Serif"/>
              <a:cs typeface="Noto Serif"/>
            </a:endParaRPr>
          </a:p>
          <a:p>
            <a:pPr marL="285750" indent="-285750">
              <a:buFont typeface="Arial"/>
              <a:buChar char="•"/>
            </a:pPr>
            <a:r>
              <a:rPr lang="en-US" b="1" dirty="0">
                <a:latin typeface="Noto Serif"/>
                <a:ea typeface="Noto Serif"/>
                <a:cs typeface="Noto Serif"/>
              </a:rPr>
              <a:t>Utility modules</a:t>
            </a:r>
            <a:r>
              <a:rPr lang="en-US" dirty="0">
                <a:latin typeface="Noto Serif"/>
                <a:ea typeface="Noto Serif"/>
                <a:cs typeface="Noto Serif"/>
              </a:rPr>
              <a:t> that independently handle keyword discovery and video retrieval.</a:t>
            </a:r>
          </a:p>
          <a:p>
            <a:endParaRPr lang="en-US" dirty="0">
              <a:latin typeface="Noto Serif"/>
              <a:ea typeface="Noto Serif"/>
              <a:cs typeface="Noto Serif"/>
            </a:endParaRPr>
          </a:p>
          <a:p>
            <a:r>
              <a:rPr lang="en-US" dirty="0">
                <a:latin typeface="Noto Serif"/>
                <a:ea typeface="Noto Serif"/>
                <a:cs typeface="Noto Serif"/>
              </a:rPr>
              <a:t>The system ensures </a:t>
            </a:r>
            <a:r>
              <a:rPr lang="en-US" b="1" dirty="0">
                <a:latin typeface="Noto Serif"/>
                <a:ea typeface="Noto Serif"/>
                <a:cs typeface="Noto Serif"/>
              </a:rPr>
              <a:t>security and scalability</a:t>
            </a:r>
            <a:r>
              <a:rPr lang="en-US" dirty="0">
                <a:latin typeface="Noto Serif"/>
                <a:ea typeface="Noto Serif"/>
                <a:cs typeface="Noto Serif"/>
              </a:rPr>
              <a:t> through best practices like environment variable management, error handling, and separation of concerns. By leveraging prompt engineering and contextual data aggregation, the tool delivers tailored video ideas that align with audience interests and regional trends.</a:t>
            </a:r>
          </a:p>
          <a:p>
            <a:r>
              <a:rPr lang="en-US" dirty="0">
                <a:latin typeface="Noto Serif"/>
                <a:ea typeface="Noto Serif"/>
                <a:cs typeface="Noto Serif"/>
              </a:rPr>
              <a:t>This architecture exemplifies modern software engineering principles, offering a scalable and secure solution for content creators seeking data-driven inspiration.</a:t>
            </a:r>
          </a:p>
          <a:p>
            <a:pPr algn="l"/>
            <a:endParaRPr lang="en-US" sz="2400" dirty="0">
              <a:latin typeface="Noto Serif"/>
              <a:ea typeface="Noto Serif"/>
              <a:cs typeface="Noto Serif"/>
            </a:endParaRPr>
          </a:p>
        </p:txBody>
      </p:sp>
    </p:spTree>
    <p:extLst>
      <p:ext uri="{BB962C8B-B14F-4D97-AF65-F5344CB8AC3E}">
        <p14:creationId xmlns:p14="http://schemas.microsoft.com/office/powerpoint/2010/main" val="3551138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1034</Words>
  <Application>Microsoft Office PowerPoint</Application>
  <PresentationFormat>Custom</PresentationFormat>
  <Paragraphs>125</Paragraphs>
  <Slides>12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Cambria</vt:lpstr>
      <vt:lpstr>Georgia Pro</vt:lpstr>
      <vt:lpstr>Noto Serif</vt:lpstr>
      <vt:lpstr>Noto Serif Light</vt:lpstr>
      <vt:lpstr>Noto Serif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ASHUTOSH KUMAR</cp:lastModifiedBy>
  <cp:revision>189</cp:revision>
  <dcterms:created xsi:type="dcterms:W3CDTF">2025-11-08T13:59:46Z</dcterms:created>
  <dcterms:modified xsi:type="dcterms:W3CDTF">2025-11-10T07:13:57Z</dcterms:modified>
</cp:coreProperties>
</file>